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4"/>
  </p:notesMasterIdLst>
  <p:sldIdLst>
    <p:sldId id="260" r:id="rId3"/>
    <p:sldId id="258" r:id="rId4"/>
    <p:sldId id="330" r:id="rId5"/>
    <p:sldId id="261" r:id="rId6"/>
    <p:sldId id="292" r:id="rId7"/>
    <p:sldId id="302" r:id="rId8"/>
    <p:sldId id="269" r:id="rId9"/>
    <p:sldId id="337" r:id="rId10"/>
    <p:sldId id="293" r:id="rId11"/>
    <p:sldId id="297" r:id="rId12"/>
    <p:sldId id="296" r:id="rId13"/>
    <p:sldId id="304" r:id="rId14"/>
    <p:sldId id="338" r:id="rId15"/>
    <p:sldId id="270" r:id="rId16"/>
    <p:sldId id="299" r:id="rId17"/>
    <p:sldId id="298" r:id="rId18"/>
    <p:sldId id="300" r:id="rId19"/>
    <p:sldId id="321" r:id="rId20"/>
    <p:sldId id="274" r:id="rId21"/>
    <p:sldId id="303" r:id="rId22"/>
    <p:sldId id="318" r:id="rId23"/>
    <p:sldId id="306" r:id="rId24"/>
    <p:sldId id="320" r:id="rId25"/>
    <p:sldId id="319" r:id="rId26"/>
    <p:sldId id="305" r:id="rId27"/>
    <p:sldId id="326" r:id="rId28"/>
    <p:sldId id="294" r:id="rId29"/>
    <p:sldId id="267" r:id="rId30"/>
    <p:sldId id="295" r:id="rId31"/>
    <p:sldId id="271" r:id="rId32"/>
    <p:sldId id="307" r:id="rId33"/>
    <p:sldId id="334" r:id="rId34"/>
    <p:sldId id="328" r:id="rId35"/>
    <p:sldId id="281" r:id="rId36"/>
    <p:sldId id="327" r:id="rId37"/>
    <p:sldId id="313" r:id="rId38"/>
    <p:sldId id="312" r:id="rId39"/>
    <p:sldId id="314" r:id="rId40"/>
    <p:sldId id="311" r:id="rId41"/>
    <p:sldId id="315" r:id="rId42"/>
    <p:sldId id="310" r:id="rId43"/>
    <p:sldId id="316" r:id="rId44"/>
    <p:sldId id="309" r:id="rId45"/>
    <p:sldId id="308" r:id="rId46"/>
    <p:sldId id="317" r:id="rId47"/>
    <p:sldId id="336" r:id="rId48"/>
    <p:sldId id="329" r:id="rId49"/>
    <p:sldId id="333" r:id="rId50"/>
    <p:sldId id="279" r:id="rId51"/>
    <p:sldId id="335" r:id="rId52"/>
    <p:sldId id="322" r:id="rId5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7A43"/>
    <a:srgbClr val="9F7B4B"/>
    <a:srgbClr val="7A2221"/>
    <a:srgbClr val="F6F6F6"/>
    <a:srgbClr val="28621A"/>
    <a:srgbClr val="1E7309"/>
    <a:srgbClr val="5B1207"/>
    <a:srgbClr val="B44239"/>
    <a:srgbClr val="F9F9FA"/>
    <a:srgbClr val="FBFB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90" autoAdjust="0"/>
    <p:restoredTop sz="94921" autoAdjust="0"/>
  </p:normalViewPr>
  <p:slideViewPr>
    <p:cSldViewPr snapToGrid="0">
      <p:cViewPr>
        <p:scale>
          <a:sx n="100" d="100"/>
          <a:sy n="100" d="100"/>
        </p:scale>
        <p:origin x="776" y="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3EAFA1-B3B9-4073-BD6B-EAA0A7A3D0AD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87CE3-A395-438E-AD22-B5816DF42E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480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F8F1E4-3E8E-4115-934D-F583A65C1B5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396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87CE3-A395-438E-AD22-B5816DF42EB7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724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87CE3-A395-438E-AD22-B5816DF42EB7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696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024803-06D6-4D19-A537-D0613F830B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45C3D05-3FD6-45B5-9EFC-BD8BF0901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4EA227-8040-4D01-B7D5-2D573A523B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5D2F4D-7630-4241-8377-4F589E7FBF1B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7DE2F8-1B59-4102-86B2-C762B53C6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2CEB54-7103-4B60-A40C-1B2E581CB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8F0529-513D-4DCF-A5FE-E8F9C10AC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8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288FA0-F505-489F-94D2-619D57E48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908BE4-FC72-4412-B2DE-7D0A94784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95DA9D-4E1D-4468-A9BF-4B1178B585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5D2F4D-7630-4241-8377-4F589E7FBF1B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78E21E-DF4A-456B-9EC7-8A0DF4760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F3E1C1-8FF1-42B8-8D2C-32D5B2526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8F0529-513D-4DCF-A5FE-E8F9C10AC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2952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E7C2DA-DD84-49D2-A888-84C41C621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CB1B4C-7F0F-41EA-80C2-88AD8B4C8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CCD9AF-06E9-48F5-BC6A-7CF8E20C7E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5D2F4D-7630-4241-8377-4F589E7FBF1B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3B1752-91ED-44C1-95C2-3BD1E99BE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E461AC-268F-4B54-8B65-B94E405F5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8F0529-513D-4DCF-A5FE-E8F9C10AC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481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39D77A-86D3-4206-BFCA-0211108F4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CC566F-5ECF-4E87-A46C-FBD0B299F2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BC047B-D1F8-43B5-B5E7-B340FD168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B357E2-E92F-45B8-BC6E-7BFC4154B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5D2F4D-7630-4241-8377-4F589E7FBF1B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1D520A-6D88-4F8C-9FF7-521DDCECA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78D0E7-EAC6-4BAD-B072-A88DE534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8F0529-513D-4DCF-A5FE-E8F9C10AC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607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F139FB-F7B9-4BC8-9748-6EC3B3E7B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923823-627A-4558-888A-AA3C5A266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4A5ECB-5986-4D2A-BEFE-C0E958E43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85F4EC-0E6C-4D21-93B5-6EF0D6F778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DD53B8A-A2F2-4C5D-9F73-A06EF01BB1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6E50C17-C36E-4330-9C86-20EA737D1D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5D2F4D-7630-4241-8377-4F589E7FBF1B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54253F2-FD2F-4A66-BB61-327DDFF09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28F4DB2-D6F7-4CB3-98AA-7D394CA6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8F0529-513D-4DCF-A5FE-E8F9C10AC2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2256839" y="6527893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  <p:extLst>
      <p:ext uri="{BB962C8B-B14F-4D97-AF65-F5344CB8AC3E}">
        <p14:creationId xmlns:p14="http://schemas.microsoft.com/office/powerpoint/2010/main" val="1498848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EA82D5-6512-4D9A-8B7C-4722AB56D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A29A2B-EA5D-44AB-B930-F03F9723B2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5D2F4D-7630-4241-8377-4F589E7FBF1B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0E7BBE-70D8-4490-BEFF-E9EBB9D36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2B518CA-ED07-4B5A-A858-CB03BA678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8F0529-513D-4DCF-A5FE-E8F9C10AC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533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051A8A4-74D2-4E97-856F-D2CDBD3B73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5D2F4D-7630-4241-8377-4F589E7FBF1B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29EFB33-AC0C-4A51-BADD-A6B36CB82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D7B973-2565-4CBC-A032-819A7DCD4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8F0529-513D-4DCF-A5FE-E8F9C10AC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736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4D0BE5-2063-4842-8C68-73CF50E48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816548-8F36-4189-A287-91103A456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D3AF3B-CE16-43B0-B2F4-64C7CB65F0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EDD185-FFDB-4298-B9FD-6E8272EB1B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5D2F4D-7630-4241-8377-4F589E7FBF1B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F4C951-5C38-4E65-98A3-F76A36A3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A37173-5ECE-4548-9BA2-CA49E5275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8F0529-513D-4DCF-A5FE-E8F9C10AC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143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A23E49-87AB-4D2C-995A-20C712C02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201E42-E324-4884-BD96-FC231222C5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2D70C1-4BCB-473D-8CC8-CA008B30F9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1CA3A7-2D95-4FE2-9603-960F47C84E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5D2F4D-7630-4241-8377-4F589E7FBF1B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6E31D9-91D8-4374-9693-4704D8320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10824F-5F5C-4694-A4C7-28447D566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8F0529-513D-4DCF-A5FE-E8F9C10AC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1509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555AEF-3320-4CAB-ACD3-30DB7622F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D023A8-BC29-4397-B702-540B6AF848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47C03F-C968-474F-B6C5-DDC872E6CD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5D2F4D-7630-4241-8377-4F589E7FBF1B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022B00-44BB-4FC0-8E99-F260973B4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85A919-C5D9-4EA4-8C50-53ABA400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8F0529-513D-4DCF-A5FE-E8F9C10AC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706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54FCEE8-7192-46E5-B1FA-E5430AA254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C1CEE0-E716-4598-8CA5-C136C07212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8AF62C-9E3B-4604-8F5C-6CB2867882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5D2F4D-7630-4241-8377-4F589E7FBF1B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B89932-C93F-4BCD-8F7C-F8A7C7198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EC3EF7-1115-4D5F-B141-403FD6CA8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8F0529-513D-4DCF-A5FE-E8F9C10AC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823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2026/5/14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2498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2026/5/14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350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2353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1857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8928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0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0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0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24.pn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5" Type="http://schemas.openxmlformats.org/officeDocument/2006/relationships/image" Target="../media/image21.png"/><Relationship Id="rId4" Type="http://schemas.openxmlformats.org/officeDocument/2006/relationships/image" Target="../media/image2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21.png"/><Relationship Id="rId5" Type="http://schemas.openxmlformats.org/officeDocument/2006/relationships/image" Target="../media/image9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1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9.png"/><Relationship Id="rId5" Type="http://schemas.openxmlformats.org/officeDocument/2006/relationships/image" Target="../media/image27.png"/><Relationship Id="rId4" Type="http://schemas.openxmlformats.org/officeDocument/2006/relationships/image" Target="../media/image26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28.pn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21.png"/><Relationship Id="rId5" Type="http://schemas.openxmlformats.org/officeDocument/2006/relationships/image" Target="../media/image30.png"/><Relationship Id="rId4" Type="http://schemas.openxmlformats.org/officeDocument/2006/relationships/image" Target="../media/image29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21.png"/><Relationship Id="rId5" Type="http://schemas.openxmlformats.org/officeDocument/2006/relationships/image" Target="../media/image32.png"/><Relationship Id="rId4" Type="http://schemas.openxmlformats.org/officeDocument/2006/relationships/image" Target="../media/image3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6.png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35.jpe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gif"/><Relationship Id="rId5" Type="http://schemas.openxmlformats.org/officeDocument/2006/relationships/image" Target="../media/image42.gif"/><Relationship Id="rId4" Type="http://schemas.openxmlformats.org/officeDocument/2006/relationships/image" Target="../media/image41.GI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GIF"/><Relationship Id="rId3" Type="http://schemas.openxmlformats.org/officeDocument/2006/relationships/image" Target="../media/image52.GIF"/><Relationship Id="rId7" Type="http://schemas.openxmlformats.org/officeDocument/2006/relationships/image" Target="../media/image56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GIF"/><Relationship Id="rId5" Type="http://schemas.openxmlformats.org/officeDocument/2006/relationships/image" Target="../media/image54.GIF"/><Relationship Id="rId4" Type="http://schemas.openxmlformats.org/officeDocument/2006/relationships/image" Target="../media/image53.GIF"/><Relationship Id="rId9" Type="http://schemas.openxmlformats.org/officeDocument/2006/relationships/image" Target="../media/image58.GI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61.png"/><Relationship Id="rId5" Type="http://schemas.openxmlformats.org/officeDocument/2006/relationships/image" Target="../media/image60.jpeg"/><Relationship Id="rId10" Type="http://schemas.openxmlformats.org/officeDocument/2006/relationships/image" Target="../media/image21.png"/><Relationship Id="rId4" Type="http://schemas.openxmlformats.org/officeDocument/2006/relationships/notesSlide" Target="../notesSlides/notesSlide3.xml"/><Relationship Id="rId9" Type="http://schemas.microsoft.com/office/2007/relationships/hdphoto" Target="../media/hdphoto2.wdp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GI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gi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GI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image" Target="../media/image41.GI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GIF"/><Relationship Id="rId7" Type="http://schemas.openxmlformats.org/officeDocument/2006/relationships/image" Target="../media/image73.png"/><Relationship Id="rId2" Type="http://schemas.openxmlformats.org/officeDocument/2006/relationships/image" Target="../media/image63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gif"/><Relationship Id="rId5" Type="http://schemas.openxmlformats.org/officeDocument/2006/relationships/image" Target="../media/image71.gif"/><Relationship Id="rId4" Type="http://schemas.openxmlformats.org/officeDocument/2006/relationships/image" Target="../media/image70.gif"/></Relationships>
</file>

<file path=ppt/slides/_rels/slide39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75.GIF"/><Relationship Id="rId7" Type="http://schemas.openxmlformats.org/officeDocument/2006/relationships/image" Target="../media/image78.png"/><Relationship Id="rId2" Type="http://schemas.openxmlformats.org/officeDocument/2006/relationships/image" Target="../media/image74.GIF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77.png"/><Relationship Id="rId10" Type="http://schemas.microsoft.com/office/2007/relationships/hdphoto" Target="../media/hdphoto5.wdp"/><Relationship Id="rId4" Type="http://schemas.openxmlformats.org/officeDocument/2006/relationships/image" Target="../media/image76.GIF"/><Relationship Id="rId9" Type="http://schemas.openxmlformats.org/officeDocument/2006/relationships/image" Target="../media/image79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image" Target="../media/image80.GIF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image" Target="../media/image82.GIF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image" Target="../media/image84.GIF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image" Target="../media/image86.GIF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image" Target="../media/image88.GIF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62.png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microsoft.com/office/2007/relationships/hdphoto" Target="../media/hdphoto1.wdp"/><Relationship Id="rId5" Type="http://schemas.openxmlformats.org/officeDocument/2006/relationships/image" Target="../media/image61.png"/><Relationship Id="rId4" Type="http://schemas.openxmlformats.org/officeDocument/2006/relationships/image" Target="../media/image60.jpeg"/><Relationship Id="rId9" Type="http://schemas.openxmlformats.org/officeDocument/2006/relationships/image" Target="../media/image21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GIF"/><Relationship Id="rId13" Type="http://schemas.openxmlformats.org/officeDocument/2006/relationships/image" Target="../media/image65.gif"/><Relationship Id="rId3" Type="http://schemas.openxmlformats.org/officeDocument/2006/relationships/image" Target="../media/image86.GIF"/><Relationship Id="rId7" Type="http://schemas.openxmlformats.org/officeDocument/2006/relationships/image" Target="../media/image74.GIF"/><Relationship Id="rId12" Type="http://schemas.openxmlformats.org/officeDocument/2006/relationships/image" Target="../media/image67.GIF"/><Relationship Id="rId2" Type="http://schemas.openxmlformats.org/officeDocument/2006/relationships/image" Target="../media/image88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GIF"/><Relationship Id="rId11" Type="http://schemas.openxmlformats.org/officeDocument/2006/relationships/image" Target="../media/image41.GIF"/><Relationship Id="rId5" Type="http://schemas.openxmlformats.org/officeDocument/2006/relationships/image" Target="../media/image82.GIF"/><Relationship Id="rId10" Type="http://schemas.openxmlformats.org/officeDocument/2006/relationships/image" Target="../media/image63.GIF"/><Relationship Id="rId4" Type="http://schemas.openxmlformats.org/officeDocument/2006/relationships/image" Target="../media/image84.GIF"/><Relationship Id="rId9" Type="http://schemas.openxmlformats.org/officeDocument/2006/relationships/image" Target="../media/image76.GI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slideLayout" Target="../slideLayouts/slideLayout7.xml"/><Relationship Id="rId7" Type="http://schemas.microsoft.com/office/2007/relationships/hdphoto" Target="../media/hdphoto6.wdp"/><Relationship Id="rId2" Type="http://schemas.microsoft.com/office/2007/relationships/media" Target="../media/media6.mp3"/><Relationship Id="rId1" Type="http://schemas.openxmlformats.org/officeDocument/2006/relationships/audio" Target="NULL" TargetMode="Externa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2048x1365 Hình nền và hình nền HD Trung Quốc">
            <a:extLst>
              <a:ext uri="{FF2B5EF4-FFF2-40B4-BE49-F238E27FC236}">
                <a16:creationId xmlns:a16="http://schemas.microsoft.com/office/drawing/2014/main" id="{06D66410-2F27-4DD5-9D27-DD742E2DBA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1" b="5572"/>
          <a:stretch/>
        </p:blipFill>
        <p:spPr bwMode="auto">
          <a:xfrm>
            <a:off x="3287" y="-1"/>
            <a:ext cx="12211551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1E3F7E60-E31D-43B2-8648-798AE14B39E2}"/>
              </a:ext>
            </a:extLst>
          </p:cNvPr>
          <p:cNvSpPr/>
          <p:nvPr/>
        </p:nvSpPr>
        <p:spPr>
          <a:xfrm>
            <a:off x="22838" y="-1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0B86B78-07D1-4429-9351-5298B0542F7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60945" y="-300312"/>
            <a:ext cx="7344742" cy="42545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0F5EF56-2DC4-4025-88C3-3CA8A558FB45}"/>
              </a:ext>
            </a:extLst>
          </p:cNvPr>
          <p:cNvSpPr txBox="1"/>
          <p:nvPr/>
        </p:nvSpPr>
        <p:spPr>
          <a:xfrm>
            <a:off x="3363756" y="717359"/>
            <a:ext cx="2179994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lvl="0" algn="ctr">
              <a:defRPr/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第一课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8420E2-6F48-45F0-89C3-628D8C268803}"/>
              </a:ext>
            </a:extLst>
          </p:cNvPr>
          <p:cNvSpPr/>
          <p:nvPr/>
        </p:nvSpPr>
        <p:spPr>
          <a:xfrm>
            <a:off x="5543750" y="2957965"/>
            <a:ext cx="1062990" cy="776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D12774B-1A96-4BD5-B2E9-C9676189D517}"/>
              </a:ext>
            </a:extLst>
          </p:cNvPr>
          <p:cNvSpPr txBox="1"/>
          <p:nvPr/>
        </p:nvSpPr>
        <p:spPr>
          <a:xfrm>
            <a:off x="5161138" y="6363797"/>
            <a:ext cx="245009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  <a:r>
              <a:rPr lang="vi-V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Sue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808E35B-5BE1-43FB-8BC8-FF8007B05507}"/>
              </a:ext>
            </a:extLst>
          </p:cNvPr>
          <p:cNvSpPr txBox="1"/>
          <p:nvPr/>
        </p:nvSpPr>
        <p:spPr>
          <a:xfrm>
            <a:off x="5019066" y="1260891"/>
            <a:ext cx="2734236" cy="15081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lvl="0" algn="r">
              <a:defRPr/>
            </a:pPr>
            <a:r>
              <a:rPr lang="zh-CN" altLang="en-US" sz="6600" b="1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你好！</a:t>
            </a:r>
            <a:br>
              <a:rPr lang="zh-CN" altLang="en-US" sz="6600" b="1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200" dirty="0" err="1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Nǐ</a:t>
            </a:r>
            <a:r>
              <a:rPr lang="en-US" altLang="zh-CN" sz="320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200" dirty="0" err="1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hǎo</a:t>
            </a:r>
            <a:r>
              <a:rPr lang="zh-CN" altLang="en-US" sz="3200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kumimoji="0" lang="en-US" altLang="zh-CN" sz="32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quotation-marks_897">
            <a:extLst>
              <a:ext uri="{FF2B5EF4-FFF2-40B4-BE49-F238E27FC236}">
                <a16:creationId xmlns:a16="http://schemas.microsoft.com/office/drawing/2014/main" id="{9F5DED8A-02DF-4F61-B833-4116EB4B7DFC}"/>
              </a:ext>
            </a:extLst>
          </p:cNvPr>
          <p:cNvSpPr>
            <a:spLocks noChangeAspect="1"/>
          </p:cNvSpPr>
          <p:nvPr/>
        </p:nvSpPr>
        <p:spPr bwMode="auto">
          <a:xfrm flipV="1">
            <a:off x="4212330" y="1513845"/>
            <a:ext cx="263267" cy="225553"/>
          </a:xfrm>
          <a:custGeom>
            <a:avLst/>
            <a:gdLst>
              <a:gd name="connsiteX0" fmla="*/ 479725 w 558900"/>
              <a:gd name="connsiteY0" fmla="*/ 0 h 478835"/>
              <a:gd name="connsiteX1" fmla="*/ 479725 w 558900"/>
              <a:gd name="connsiteY1" fmla="*/ 133816 h 478835"/>
              <a:gd name="connsiteX2" fmla="*/ 419940 w 558900"/>
              <a:gd name="connsiteY2" fmla="*/ 217653 h 478835"/>
              <a:gd name="connsiteX3" fmla="*/ 419940 w 558900"/>
              <a:gd name="connsiteY3" fmla="*/ 259571 h 478835"/>
              <a:gd name="connsiteX4" fmla="*/ 558900 w 558900"/>
              <a:gd name="connsiteY4" fmla="*/ 259571 h 478835"/>
              <a:gd name="connsiteX5" fmla="*/ 558900 w 558900"/>
              <a:gd name="connsiteY5" fmla="*/ 478835 h 478835"/>
              <a:gd name="connsiteX6" fmla="*/ 298754 w 558900"/>
              <a:gd name="connsiteY6" fmla="*/ 478835 h 478835"/>
              <a:gd name="connsiteX7" fmla="*/ 298754 w 558900"/>
              <a:gd name="connsiteY7" fmla="*/ 259571 h 478835"/>
              <a:gd name="connsiteX8" fmla="*/ 479725 w 558900"/>
              <a:gd name="connsiteY8" fmla="*/ 0 h 478835"/>
              <a:gd name="connsiteX9" fmla="*/ 179355 w 558900"/>
              <a:gd name="connsiteY9" fmla="*/ 0 h 478835"/>
              <a:gd name="connsiteX10" fmla="*/ 179355 w 558900"/>
              <a:gd name="connsiteY10" fmla="*/ 133816 h 478835"/>
              <a:gd name="connsiteX11" fmla="*/ 119570 w 558900"/>
              <a:gd name="connsiteY11" fmla="*/ 217653 h 478835"/>
              <a:gd name="connsiteX12" fmla="*/ 119570 w 558900"/>
              <a:gd name="connsiteY12" fmla="*/ 259571 h 478835"/>
              <a:gd name="connsiteX13" fmla="*/ 260146 w 558900"/>
              <a:gd name="connsiteY13" fmla="*/ 259571 h 478835"/>
              <a:gd name="connsiteX14" fmla="*/ 260146 w 558900"/>
              <a:gd name="connsiteY14" fmla="*/ 478835 h 478835"/>
              <a:gd name="connsiteX15" fmla="*/ 0 w 558900"/>
              <a:gd name="connsiteY15" fmla="*/ 478835 h 478835"/>
              <a:gd name="connsiteX16" fmla="*/ 0 w 558900"/>
              <a:gd name="connsiteY16" fmla="*/ 259571 h 478835"/>
              <a:gd name="connsiteX17" fmla="*/ 179355 w 558900"/>
              <a:gd name="connsiteY17" fmla="*/ 0 h 478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58900" h="478835">
                <a:moveTo>
                  <a:pt x="479725" y="0"/>
                </a:moveTo>
                <a:lnTo>
                  <a:pt x="479725" y="133816"/>
                </a:lnTo>
                <a:cubicBezTo>
                  <a:pt x="419940" y="133816"/>
                  <a:pt x="419940" y="145102"/>
                  <a:pt x="419940" y="217653"/>
                </a:cubicBezTo>
                <a:lnTo>
                  <a:pt x="419940" y="259571"/>
                </a:lnTo>
                <a:lnTo>
                  <a:pt x="558900" y="259571"/>
                </a:lnTo>
                <a:lnTo>
                  <a:pt x="558900" y="478835"/>
                </a:lnTo>
                <a:lnTo>
                  <a:pt x="298754" y="478835"/>
                </a:lnTo>
                <a:lnTo>
                  <a:pt x="298754" y="259571"/>
                </a:lnTo>
                <a:cubicBezTo>
                  <a:pt x="298754" y="93510"/>
                  <a:pt x="339149" y="0"/>
                  <a:pt x="479725" y="0"/>
                </a:cubicBezTo>
                <a:close/>
                <a:moveTo>
                  <a:pt x="179355" y="0"/>
                </a:moveTo>
                <a:lnTo>
                  <a:pt x="179355" y="133816"/>
                </a:lnTo>
                <a:cubicBezTo>
                  <a:pt x="119570" y="133816"/>
                  <a:pt x="119570" y="145102"/>
                  <a:pt x="119570" y="217653"/>
                </a:cubicBezTo>
                <a:lnTo>
                  <a:pt x="119570" y="259571"/>
                </a:lnTo>
                <a:lnTo>
                  <a:pt x="260146" y="259571"/>
                </a:lnTo>
                <a:lnTo>
                  <a:pt x="260146" y="478835"/>
                </a:lnTo>
                <a:lnTo>
                  <a:pt x="0" y="478835"/>
                </a:lnTo>
                <a:lnTo>
                  <a:pt x="0" y="259571"/>
                </a:lnTo>
                <a:cubicBezTo>
                  <a:pt x="0" y="93510"/>
                  <a:pt x="40395" y="0"/>
                  <a:pt x="179355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</p:sp>
      <p:sp>
        <p:nvSpPr>
          <p:cNvPr id="15" name="quotation-marks_897">
            <a:extLst>
              <a:ext uri="{FF2B5EF4-FFF2-40B4-BE49-F238E27FC236}">
                <a16:creationId xmlns:a16="http://schemas.microsoft.com/office/drawing/2014/main" id="{E0201B22-E1A1-47AE-A5CB-3376D2D1D773}"/>
              </a:ext>
            </a:extLst>
          </p:cNvPr>
          <p:cNvSpPr>
            <a:spLocks noChangeAspect="1"/>
          </p:cNvSpPr>
          <p:nvPr/>
        </p:nvSpPr>
        <p:spPr bwMode="auto">
          <a:xfrm rot="10800000" flipV="1">
            <a:off x="7755630" y="1932945"/>
            <a:ext cx="263267" cy="225553"/>
          </a:xfrm>
          <a:custGeom>
            <a:avLst/>
            <a:gdLst>
              <a:gd name="connsiteX0" fmla="*/ 479725 w 558900"/>
              <a:gd name="connsiteY0" fmla="*/ 0 h 478835"/>
              <a:gd name="connsiteX1" fmla="*/ 479725 w 558900"/>
              <a:gd name="connsiteY1" fmla="*/ 133816 h 478835"/>
              <a:gd name="connsiteX2" fmla="*/ 419940 w 558900"/>
              <a:gd name="connsiteY2" fmla="*/ 217653 h 478835"/>
              <a:gd name="connsiteX3" fmla="*/ 419940 w 558900"/>
              <a:gd name="connsiteY3" fmla="*/ 259571 h 478835"/>
              <a:gd name="connsiteX4" fmla="*/ 558900 w 558900"/>
              <a:gd name="connsiteY4" fmla="*/ 259571 h 478835"/>
              <a:gd name="connsiteX5" fmla="*/ 558900 w 558900"/>
              <a:gd name="connsiteY5" fmla="*/ 478835 h 478835"/>
              <a:gd name="connsiteX6" fmla="*/ 298754 w 558900"/>
              <a:gd name="connsiteY6" fmla="*/ 478835 h 478835"/>
              <a:gd name="connsiteX7" fmla="*/ 298754 w 558900"/>
              <a:gd name="connsiteY7" fmla="*/ 259571 h 478835"/>
              <a:gd name="connsiteX8" fmla="*/ 479725 w 558900"/>
              <a:gd name="connsiteY8" fmla="*/ 0 h 478835"/>
              <a:gd name="connsiteX9" fmla="*/ 179355 w 558900"/>
              <a:gd name="connsiteY9" fmla="*/ 0 h 478835"/>
              <a:gd name="connsiteX10" fmla="*/ 179355 w 558900"/>
              <a:gd name="connsiteY10" fmla="*/ 133816 h 478835"/>
              <a:gd name="connsiteX11" fmla="*/ 119570 w 558900"/>
              <a:gd name="connsiteY11" fmla="*/ 217653 h 478835"/>
              <a:gd name="connsiteX12" fmla="*/ 119570 w 558900"/>
              <a:gd name="connsiteY12" fmla="*/ 259571 h 478835"/>
              <a:gd name="connsiteX13" fmla="*/ 260146 w 558900"/>
              <a:gd name="connsiteY13" fmla="*/ 259571 h 478835"/>
              <a:gd name="connsiteX14" fmla="*/ 260146 w 558900"/>
              <a:gd name="connsiteY14" fmla="*/ 478835 h 478835"/>
              <a:gd name="connsiteX15" fmla="*/ 0 w 558900"/>
              <a:gd name="connsiteY15" fmla="*/ 478835 h 478835"/>
              <a:gd name="connsiteX16" fmla="*/ 0 w 558900"/>
              <a:gd name="connsiteY16" fmla="*/ 259571 h 478835"/>
              <a:gd name="connsiteX17" fmla="*/ 179355 w 558900"/>
              <a:gd name="connsiteY17" fmla="*/ 0 h 478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58900" h="478835">
                <a:moveTo>
                  <a:pt x="479725" y="0"/>
                </a:moveTo>
                <a:lnTo>
                  <a:pt x="479725" y="133816"/>
                </a:lnTo>
                <a:cubicBezTo>
                  <a:pt x="419940" y="133816"/>
                  <a:pt x="419940" y="145102"/>
                  <a:pt x="419940" y="217653"/>
                </a:cubicBezTo>
                <a:lnTo>
                  <a:pt x="419940" y="259571"/>
                </a:lnTo>
                <a:lnTo>
                  <a:pt x="558900" y="259571"/>
                </a:lnTo>
                <a:lnTo>
                  <a:pt x="558900" y="478835"/>
                </a:lnTo>
                <a:lnTo>
                  <a:pt x="298754" y="478835"/>
                </a:lnTo>
                <a:lnTo>
                  <a:pt x="298754" y="259571"/>
                </a:lnTo>
                <a:cubicBezTo>
                  <a:pt x="298754" y="93510"/>
                  <a:pt x="339149" y="0"/>
                  <a:pt x="479725" y="0"/>
                </a:cubicBezTo>
                <a:close/>
                <a:moveTo>
                  <a:pt x="179355" y="0"/>
                </a:moveTo>
                <a:lnTo>
                  <a:pt x="179355" y="133816"/>
                </a:lnTo>
                <a:cubicBezTo>
                  <a:pt x="119570" y="133816"/>
                  <a:pt x="119570" y="145102"/>
                  <a:pt x="119570" y="217653"/>
                </a:cubicBezTo>
                <a:lnTo>
                  <a:pt x="119570" y="259571"/>
                </a:lnTo>
                <a:lnTo>
                  <a:pt x="260146" y="259571"/>
                </a:lnTo>
                <a:lnTo>
                  <a:pt x="260146" y="478835"/>
                </a:lnTo>
                <a:lnTo>
                  <a:pt x="0" y="478835"/>
                </a:lnTo>
                <a:lnTo>
                  <a:pt x="0" y="259571"/>
                </a:lnTo>
                <a:cubicBezTo>
                  <a:pt x="0" y="93510"/>
                  <a:pt x="40395" y="0"/>
                  <a:pt x="179355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89237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250" tmFilter="0,0; .5, 1; 1, 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183576" y="120341"/>
            <a:ext cx="2869194" cy="6617008"/>
            <a:chOff x="183576" y="120341"/>
            <a:chExt cx="2869194" cy="6617008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826AEEA4-78F2-4C08-B0BE-FCE16D116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86614" y="120648"/>
              <a:ext cx="2866156" cy="6616701"/>
            </a:xfrm>
            <a:custGeom>
              <a:avLst/>
              <a:gdLst>
                <a:gd name="connsiteX0" fmla="*/ 0 w 3048000"/>
                <a:gd name="connsiteY0" fmla="*/ 0 h 6858000"/>
                <a:gd name="connsiteX1" fmla="*/ 3048000 w 3048000"/>
                <a:gd name="connsiteY1" fmla="*/ 0 h 6858000"/>
                <a:gd name="connsiteX2" fmla="*/ 3048000 w 3048000"/>
                <a:gd name="connsiteY2" fmla="*/ 6858000 h 6858000"/>
                <a:gd name="connsiteX3" fmla="*/ 0 w 3048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8000" h="6858000">
                  <a:moveTo>
                    <a:pt x="0" y="0"/>
                  </a:moveTo>
                  <a:lnTo>
                    <a:pt x="3048000" y="0"/>
                  </a:lnTo>
                  <a:lnTo>
                    <a:pt x="3048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grpSp>
          <p:nvGrpSpPr>
            <p:cNvPr id="7" name="Group 6"/>
            <p:cNvGrpSpPr/>
            <p:nvPr/>
          </p:nvGrpSpPr>
          <p:grpSpPr>
            <a:xfrm>
              <a:off x="183576" y="120341"/>
              <a:ext cx="2866155" cy="6616700"/>
              <a:chOff x="183576" y="-322581"/>
              <a:chExt cx="2866155" cy="6616700"/>
            </a:xfrm>
          </p:grpSpPr>
          <p:sp>
            <p:nvSpPr>
              <p:cNvPr id="54" name="任意多边形: 形状 53">
                <a:extLst>
                  <a:ext uri="{FF2B5EF4-FFF2-40B4-BE49-F238E27FC236}">
                    <a16:creationId xmlns:a16="http://schemas.microsoft.com/office/drawing/2014/main" id="{45D1B399-7865-48F1-B9AE-D41550ED9A3B}"/>
                  </a:ext>
                </a:extLst>
              </p:cNvPr>
              <p:cNvSpPr/>
              <p:nvPr/>
            </p:nvSpPr>
            <p:spPr>
              <a:xfrm>
                <a:off x="183576" y="-322581"/>
                <a:ext cx="2866155" cy="6616700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6858000">
                    <a:moveTo>
                      <a:pt x="125663" y="5586250"/>
                    </a:moveTo>
                    <a:lnTo>
                      <a:pt x="709478" y="5586250"/>
                    </a:lnTo>
                    <a:lnTo>
                      <a:pt x="606694" y="5730148"/>
                    </a:lnTo>
                    <a:lnTo>
                      <a:pt x="222280" y="5730148"/>
                    </a:lnTo>
                    <a:cubicBezTo>
                      <a:pt x="185277" y="5673959"/>
                      <a:pt x="153072" y="5625993"/>
                      <a:pt x="125663" y="5586250"/>
                    </a:cubicBezTo>
                    <a:close/>
                    <a:moveTo>
                      <a:pt x="0" y="5284064"/>
                    </a:moveTo>
                    <a:lnTo>
                      <a:pt x="937659" y="5284064"/>
                    </a:lnTo>
                    <a:lnTo>
                      <a:pt x="937659" y="5401238"/>
                    </a:lnTo>
                    <a:lnTo>
                      <a:pt x="0" y="5401238"/>
                    </a:lnTo>
                    <a:close/>
                    <a:moveTo>
                      <a:pt x="0" y="4266498"/>
                    </a:moveTo>
                    <a:lnTo>
                      <a:pt x="288062" y="4266498"/>
                    </a:lnTo>
                    <a:lnTo>
                      <a:pt x="288062" y="4354893"/>
                    </a:lnTo>
                    <a:lnTo>
                      <a:pt x="0" y="4354893"/>
                    </a:lnTo>
                    <a:close/>
                    <a:moveTo>
                      <a:pt x="0" y="0"/>
                    </a:moveTo>
                    <a:lnTo>
                      <a:pt x="3048000" y="0"/>
                    </a:lnTo>
                    <a:lnTo>
                      <a:pt x="3048000" y="6858000"/>
                    </a:lnTo>
                    <a:lnTo>
                      <a:pt x="0" y="6858000"/>
                    </a:lnTo>
                    <a:lnTo>
                      <a:pt x="0" y="5923383"/>
                    </a:lnTo>
                    <a:lnTo>
                      <a:pt x="1445415" y="5923383"/>
                    </a:lnTo>
                    <a:lnTo>
                      <a:pt x="1445415" y="5730148"/>
                    </a:lnTo>
                    <a:lnTo>
                      <a:pt x="908880" y="5730148"/>
                    </a:lnTo>
                    <a:cubicBezTo>
                      <a:pt x="959587" y="5664366"/>
                      <a:pt x="996589" y="5616400"/>
                      <a:pt x="1019887" y="5586250"/>
                    </a:cubicBezTo>
                    <a:lnTo>
                      <a:pt x="1204899" y="5586250"/>
                    </a:lnTo>
                    <a:lnTo>
                      <a:pt x="1204899" y="5099052"/>
                    </a:lnTo>
                    <a:lnTo>
                      <a:pt x="0" y="5099052"/>
                    </a:lnTo>
                    <a:lnTo>
                      <a:pt x="0" y="5025047"/>
                    </a:lnTo>
                    <a:lnTo>
                      <a:pt x="1058945" y="5025047"/>
                    </a:lnTo>
                    <a:lnTo>
                      <a:pt x="1058945" y="4864703"/>
                    </a:lnTo>
                    <a:lnTo>
                      <a:pt x="0" y="4864703"/>
                    </a:lnTo>
                    <a:lnTo>
                      <a:pt x="0" y="4794810"/>
                    </a:lnTo>
                    <a:lnTo>
                      <a:pt x="1143228" y="4794810"/>
                    </a:lnTo>
                    <a:lnTo>
                      <a:pt x="1143228" y="5012713"/>
                    </a:lnTo>
                    <a:lnTo>
                      <a:pt x="1406356" y="5012713"/>
                    </a:lnTo>
                    <a:lnTo>
                      <a:pt x="1406356" y="4605687"/>
                    </a:lnTo>
                    <a:lnTo>
                      <a:pt x="0" y="4605687"/>
                    </a:lnTo>
                    <a:lnTo>
                      <a:pt x="0" y="4531682"/>
                    </a:lnTo>
                    <a:lnTo>
                      <a:pt x="1254235" y="4531682"/>
                    </a:lnTo>
                    <a:lnTo>
                      <a:pt x="1254235" y="4354893"/>
                    </a:lnTo>
                    <a:lnTo>
                      <a:pt x="575858" y="4354893"/>
                    </a:lnTo>
                    <a:lnTo>
                      <a:pt x="575858" y="4266498"/>
                    </a:lnTo>
                    <a:lnTo>
                      <a:pt x="1412523" y="4266498"/>
                    </a:lnTo>
                    <a:lnTo>
                      <a:pt x="1412523" y="4077375"/>
                    </a:lnTo>
                    <a:lnTo>
                      <a:pt x="575858" y="4077375"/>
                    </a:lnTo>
                    <a:lnTo>
                      <a:pt x="575858" y="3968423"/>
                    </a:lnTo>
                    <a:lnTo>
                      <a:pt x="288062" y="3968423"/>
                    </a:lnTo>
                    <a:lnTo>
                      <a:pt x="288062" y="4077375"/>
                    </a:lnTo>
                    <a:lnTo>
                      <a:pt x="0" y="4077375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grpSp>
            <p:nvGrpSpPr>
              <p:cNvPr id="2" name="Group 1"/>
              <p:cNvGrpSpPr/>
              <p:nvPr/>
            </p:nvGrpSpPr>
            <p:grpSpPr>
              <a:xfrm>
                <a:off x="285592" y="2490470"/>
                <a:ext cx="2591117" cy="1889284"/>
                <a:chOff x="285592" y="2490470"/>
                <a:chExt cx="2591117" cy="1889284"/>
              </a:xfrm>
            </p:grpSpPr>
            <p:sp>
              <p:nvSpPr>
                <p:cNvPr id="30" name="TextBox 25">
                  <a:extLst>
                    <a:ext uri="{FF2B5EF4-FFF2-40B4-BE49-F238E27FC236}">
                      <a16:creationId xmlns:a16="http://schemas.microsoft.com/office/drawing/2014/main" id="{D317596C-8E89-4A2C-AC02-77073873BD8B}"/>
                    </a:ext>
                  </a:extLst>
                </p:cNvPr>
                <p:cNvSpPr txBox="1"/>
                <p:nvPr/>
              </p:nvSpPr>
              <p:spPr>
                <a:xfrm>
                  <a:off x="285592" y="3641090"/>
                  <a:ext cx="2591117" cy="7386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  <a:scene3d>
                    <a:camera prst="orthographicFront"/>
                    <a:lightRig rig="threePt" dir="t"/>
                  </a:scene3d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400" b="0" i="0" u="none" strike="noStrike" kern="1200" cap="none" spc="0" normalizeH="0" baseline="0" noProof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Light"/>
                      <a:ea typeface="微软雅黑" panose="020B0503020204020204" charset="-122"/>
                      <a:sym typeface="微软雅黑" panose="020B0503020204020204" charset="-122"/>
                    </a:rPr>
                    <a:t>语音</a:t>
                  </a:r>
                  <a:endParaRPr kumimoji="0" lang="en-GB" altLang="zh-CN" sz="2400" b="0" i="0" u="none" strike="noStrike" kern="120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Light"/>
                    <a:ea typeface="微软雅黑" panose="020B0503020204020204" charset="-122"/>
                    <a:sym typeface="微软雅黑" panose="020B0503020204020204" charset="-122"/>
                  </a:endParaRPr>
                </a:p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b="0" i="0" u="none" strike="noStrike" kern="1200" cap="none" spc="0" normalizeH="0" baseline="0" noProof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微软雅黑" panose="020B0503020204020204" charset="-122"/>
                      <a:cs typeface="Arial" panose="020B0604020202020204" pitchFamily="34" charset="0"/>
                      <a:sym typeface="微软雅黑" panose="020B0503020204020204" charset="-122"/>
                    </a:rPr>
                    <a:t>NGỮ </a:t>
                  </a:r>
                  <a:r>
                    <a:rPr lang="en-US" altLang="zh-CN" noProof="1">
                      <a:solidFill>
                        <a:prstClr val="white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Arial" panose="020B0604020202020204" pitchFamily="34" charset="0"/>
                      <a:sym typeface="微软雅黑" panose="020B0503020204020204" charset="-122"/>
                    </a:rPr>
                    <a:t>ÂM</a:t>
                  </a:r>
                  <a:endParaRPr kumimoji="0" lang="zh-CN" altLang="zh-CN" b="0" i="0" u="none" strike="noStrike" kern="120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微软雅黑" panose="020B0503020204020204" charset="-122"/>
                  </a:endParaRPr>
                </a:p>
              </p:txBody>
            </p:sp>
            <p:grpSp>
              <p:nvGrpSpPr>
                <p:cNvPr id="4" name="组合 3">
                  <a:extLst>
                    <a:ext uri="{FF2B5EF4-FFF2-40B4-BE49-F238E27FC236}">
                      <a16:creationId xmlns:a16="http://schemas.microsoft.com/office/drawing/2014/main" id="{9C4ED1C2-D3D8-4EA1-BBE5-12F7F68CADDC}"/>
                    </a:ext>
                  </a:extLst>
                </p:cNvPr>
                <p:cNvGrpSpPr/>
                <p:nvPr/>
              </p:nvGrpSpPr>
              <p:grpSpPr>
                <a:xfrm>
                  <a:off x="718502" y="2490470"/>
                  <a:ext cx="1713865" cy="990600"/>
                  <a:chOff x="5239068" y="1931035"/>
                  <a:chExt cx="1713865" cy="990600"/>
                </a:xfrm>
              </p:grpSpPr>
              <p:sp>
                <p:nvSpPr>
                  <p:cNvPr id="29" name="TextBox 25">
                    <a:extLst>
                      <a:ext uri="{FF2B5EF4-FFF2-40B4-BE49-F238E27FC236}">
                        <a16:creationId xmlns:a16="http://schemas.microsoft.com/office/drawing/2014/main" id="{6718ECFD-E3C4-492A-A542-725DF0677EF4}"/>
                      </a:ext>
                    </a:extLst>
                  </p:cNvPr>
                  <p:cNvSpPr txBox="1"/>
                  <p:nvPr/>
                </p:nvSpPr>
                <p:spPr>
                  <a:xfrm>
                    <a:off x="5239068" y="2195502"/>
                    <a:ext cx="1713865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  <a:scene3d>
                      <a:camera prst="orthographicFront"/>
                      <a:lightRig rig="threePt" dir="t"/>
                    </a:scene3d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400" b="0" i="0" u="none" strike="noStrike" kern="1200" cap="none" spc="0" normalizeH="0" baseline="0" noProof="1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Light"/>
                        <a:ea typeface="微软雅黑" panose="020B0503020204020204" charset="-122"/>
                        <a:cs typeface="+mn-cs"/>
                        <a:sym typeface="微软雅黑" panose="020B0503020204020204" charset="-122"/>
                      </a:rPr>
                      <a:t>Part 1</a:t>
                    </a:r>
                  </a:p>
                </p:txBody>
              </p:sp>
              <p:sp>
                <p:nvSpPr>
                  <p:cNvPr id="3" name="椭圆 2">
                    <a:extLst>
                      <a:ext uri="{FF2B5EF4-FFF2-40B4-BE49-F238E27FC236}">
                        <a16:creationId xmlns:a16="http://schemas.microsoft.com/office/drawing/2014/main" id="{F502E312-25FD-477F-9FF9-103DEBBBFC5F}"/>
                      </a:ext>
                    </a:extLst>
                  </p:cNvPr>
                  <p:cNvSpPr/>
                  <p:nvPr/>
                </p:nvSpPr>
                <p:spPr>
                  <a:xfrm>
                    <a:off x="5600700" y="1931035"/>
                    <a:ext cx="990600" cy="990600"/>
                  </a:xfrm>
                  <a:prstGeom prst="ellipse">
                    <a:avLst/>
                  </a:prstGeom>
                  <a:noFill/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等线" panose="020F050202020403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</p:grpSp>
          </p:grpSp>
        </p:grpSp>
      </p:grpSp>
      <p:grpSp>
        <p:nvGrpSpPr>
          <p:cNvPr id="16" name="Group 15"/>
          <p:cNvGrpSpPr/>
          <p:nvPr/>
        </p:nvGrpSpPr>
        <p:grpSpPr>
          <a:xfrm>
            <a:off x="6156037" y="120650"/>
            <a:ext cx="2866156" cy="6640603"/>
            <a:chOff x="6156037" y="120650"/>
            <a:chExt cx="2866156" cy="6640603"/>
          </a:xfrm>
        </p:grpSpPr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FF61305F-96C8-49AD-A0B3-4DB5FF616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156037" y="120650"/>
              <a:ext cx="2866156" cy="6616701"/>
            </a:xfrm>
            <a:custGeom>
              <a:avLst/>
              <a:gdLst>
                <a:gd name="connsiteX0" fmla="*/ 0 w 3048000"/>
                <a:gd name="connsiteY0" fmla="*/ 0 h 6858000"/>
                <a:gd name="connsiteX1" fmla="*/ 3048000 w 3048000"/>
                <a:gd name="connsiteY1" fmla="*/ 0 h 6858000"/>
                <a:gd name="connsiteX2" fmla="*/ 3048000 w 3048000"/>
                <a:gd name="connsiteY2" fmla="*/ 6858000 h 6858000"/>
                <a:gd name="connsiteX3" fmla="*/ 0 w 3048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8000" h="6858000">
                  <a:moveTo>
                    <a:pt x="0" y="0"/>
                  </a:moveTo>
                  <a:lnTo>
                    <a:pt x="3048000" y="0"/>
                  </a:lnTo>
                  <a:lnTo>
                    <a:pt x="3048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grpSp>
          <p:nvGrpSpPr>
            <p:cNvPr id="10" name="Group 9"/>
            <p:cNvGrpSpPr/>
            <p:nvPr/>
          </p:nvGrpSpPr>
          <p:grpSpPr>
            <a:xfrm>
              <a:off x="6156038" y="144553"/>
              <a:ext cx="2866155" cy="6616700"/>
              <a:chOff x="6260359" y="-143818"/>
              <a:chExt cx="2866155" cy="6616700"/>
            </a:xfrm>
          </p:grpSpPr>
          <p:sp>
            <p:nvSpPr>
              <p:cNvPr id="56" name="任意多边形: 形状 55">
                <a:extLst>
                  <a:ext uri="{FF2B5EF4-FFF2-40B4-BE49-F238E27FC236}">
                    <a16:creationId xmlns:a16="http://schemas.microsoft.com/office/drawing/2014/main" id="{A1142BCF-FAC6-47A8-92C0-73B2255B28C0}"/>
                  </a:ext>
                </a:extLst>
              </p:cNvPr>
              <p:cNvSpPr/>
              <p:nvPr/>
            </p:nvSpPr>
            <p:spPr>
              <a:xfrm>
                <a:off x="6260359" y="-143818"/>
                <a:ext cx="2866155" cy="6616700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6858000">
                    <a:moveTo>
                      <a:pt x="388575" y="4897594"/>
                    </a:moveTo>
                    <a:lnTo>
                      <a:pt x="820270" y="4897594"/>
                    </a:lnTo>
                    <a:cubicBezTo>
                      <a:pt x="870977" y="4959265"/>
                      <a:pt x="923054" y="5016139"/>
                      <a:pt x="976502" y="5068217"/>
                    </a:cubicBezTo>
                    <a:lnTo>
                      <a:pt x="228231" y="5068217"/>
                    </a:lnTo>
                    <a:cubicBezTo>
                      <a:pt x="284420" y="5014769"/>
                      <a:pt x="337868" y="4957895"/>
                      <a:pt x="388575" y="4897594"/>
                    </a:cubicBezTo>
                    <a:close/>
                    <a:moveTo>
                      <a:pt x="0" y="4897594"/>
                    </a:moveTo>
                    <a:lnTo>
                      <a:pt x="37053" y="4897594"/>
                    </a:lnTo>
                    <a:lnTo>
                      <a:pt x="0" y="4926462"/>
                    </a:lnTo>
                    <a:close/>
                    <a:moveTo>
                      <a:pt x="339239" y="4525515"/>
                    </a:moveTo>
                    <a:cubicBezTo>
                      <a:pt x="311830" y="4577592"/>
                      <a:pt x="280309" y="4626929"/>
                      <a:pt x="244677" y="4673524"/>
                    </a:cubicBezTo>
                    <a:lnTo>
                      <a:pt x="0" y="4673524"/>
                    </a:lnTo>
                    <a:lnTo>
                      <a:pt x="0" y="4545198"/>
                    </a:lnTo>
                    <a:lnTo>
                      <a:pt x="109002" y="4529626"/>
                    </a:lnTo>
                    <a:cubicBezTo>
                      <a:pt x="185747" y="4528256"/>
                      <a:pt x="262493" y="4526885"/>
                      <a:pt x="339239" y="4525515"/>
                    </a:cubicBezTo>
                    <a:close/>
                    <a:moveTo>
                      <a:pt x="0" y="0"/>
                    </a:moveTo>
                    <a:lnTo>
                      <a:pt x="3048000" y="0"/>
                    </a:lnTo>
                    <a:lnTo>
                      <a:pt x="3048000" y="6858000"/>
                    </a:lnTo>
                    <a:lnTo>
                      <a:pt x="0" y="6858000"/>
                    </a:lnTo>
                    <a:lnTo>
                      <a:pt x="0" y="5923383"/>
                    </a:lnTo>
                    <a:lnTo>
                      <a:pt x="1447255" y="5923383"/>
                    </a:lnTo>
                    <a:lnTo>
                      <a:pt x="1447255" y="5680812"/>
                    </a:lnTo>
                    <a:lnTo>
                      <a:pt x="0" y="5680812"/>
                    </a:lnTo>
                    <a:lnTo>
                      <a:pt x="0" y="5571860"/>
                    </a:lnTo>
                    <a:lnTo>
                      <a:pt x="1200572" y="5571860"/>
                    </a:lnTo>
                    <a:lnTo>
                      <a:pt x="1200572" y="5368347"/>
                    </a:lnTo>
                    <a:lnTo>
                      <a:pt x="0" y="5368347"/>
                    </a:lnTo>
                    <a:lnTo>
                      <a:pt x="0" y="5253630"/>
                    </a:lnTo>
                    <a:lnTo>
                      <a:pt x="98723" y="5183335"/>
                    </a:lnTo>
                    <a:lnTo>
                      <a:pt x="98723" y="5265563"/>
                    </a:lnTo>
                    <a:lnTo>
                      <a:pt x="1058730" y="5265563"/>
                    </a:lnTo>
                    <a:lnTo>
                      <a:pt x="1058730" y="5144277"/>
                    </a:lnTo>
                    <a:cubicBezTo>
                      <a:pt x="1183441" y="5251173"/>
                      <a:pt x="1317746" y="5334085"/>
                      <a:pt x="1461645" y="5393015"/>
                    </a:cubicBezTo>
                    <a:cubicBezTo>
                      <a:pt x="1521945" y="5273785"/>
                      <a:pt x="1573337" y="5180594"/>
                      <a:pt x="1615821" y="5113442"/>
                    </a:cubicBezTo>
                    <a:cubicBezTo>
                      <a:pt x="1423957" y="5062735"/>
                      <a:pt x="1260187" y="4990786"/>
                      <a:pt x="1124512" y="4897594"/>
                    </a:cubicBezTo>
                    <a:lnTo>
                      <a:pt x="1558262" y="4897594"/>
                    </a:lnTo>
                    <a:lnTo>
                      <a:pt x="1558262" y="4673524"/>
                    </a:lnTo>
                    <a:lnTo>
                      <a:pt x="555086" y="4673524"/>
                    </a:lnTo>
                    <a:cubicBezTo>
                      <a:pt x="574273" y="4643374"/>
                      <a:pt x="593459" y="4611854"/>
                      <a:pt x="612645" y="4578963"/>
                    </a:cubicBezTo>
                    <a:lnTo>
                      <a:pt x="394742" y="4523459"/>
                    </a:lnTo>
                    <a:cubicBezTo>
                      <a:pt x="652389" y="4517977"/>
                      <a:pt x="905924" y="4513866"/>
                      <a:pt x="1155347" y="4511125"/>
                    </a:cubicBezTo>
                    <a:cubicBezTo>
                      <a:pt x="1200572" y="4549498"/>
                      <a:pt x="1241686" y="4585815"/>
                      <a:pt x="1278688" y="4620076"/>
                    </a:cubicBezTo>
                    <a:lnTo>
                      <a:pt x="1469867" y="4428897"/>
                    </a:lnTo>
                    <a:cubicBezTo>
                      <a:pt x="1247853" y="4260331"/>
                      <a:pt x="1055303" y="4124655"/>
                      <a:pt x="892219" y="4021871"/>
                    </a:cubicBezTo>
                    <a:lnTo>
                      <a:pt x="692817" y="4165769"/>
                    </a:lnTo>
                    <a:cubicBezTo>
                      <a:pt x="761340" y="4212365"/>
                      <a:pt x="825752" y="4257590"/>
                      <a:pt x="886052" y="4301445"/>
                    </a:cubicBezTo>
                    <a:cubicBezTo>
                      <a:pt x="694188" y="4308297"/>
                      <a:pt x="475599" y="4314464"/>
                      <a:pt x="230287" y="4319946"/>
                    </a:cubicBezTo>
                    <a:cubicBezTo>
                      <a:pt x="400224" y="4226755"/>
                      <a:pt x="563309" y="4122600"/>
                      <a:pt x="719541" y="4007481"/>
                    </a:cubicBezTo>
                    <a:lnTo>
                      <a:pt x="347462" y="3954033"/>
                    </a:lnTo>
                    <a:cubicBezTo>
                      <a:pt x="285106" y="4009537"/>
                      <a:pt x="221893" y="4061614"/>
                      <a:pt x="157824" y="4110266"/>
                    </a:cubicBezTo>
                    <a:lnTo>
                      <a:pt x="0" y="4220201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5" name="TextBox 25">
                <a:extLst>
                  <a:ext uri="{FF2B5EF4-FFF2-40B4-BE49-F238E27FC236}">
                    <a16:creationId xmlns:a16="http://schemas.microsoft.com/office/drawing/2014/main" id="{8CA40465-4C1B-431F-9FFF-9A27F8EB72E5}"/>
                  </a:ext>
                </a:extLst>
              </p:cNvPr>
              <p:cNvSpPr txBox="1"/>
              <p:nvPr/>
            </p:nvSpPr>
            <p:spPr>
              <a:xfrm>
                <a:off x="6295866" y="3641090"/>
                <a:ext cx="2591117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Light"/>
                    <a:ea typeface="微软雅黑" panose="020B0503020204020204" charset="-122"/>
                    <a:sym typeface="微软雅黑" panose="020B0503020204020204" charset="-122"/>
                  </a:rPr>
                  <a:t>课文</a:t>
                </a:r>
                <a:endParaRPr kumimoji="0" lang="en-US" altLang="zh-CN" sz="24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微软雅黑" panose="020B0503020204020204" charset="-122"/>
                  <a:sym typeface="微软雅黑" panose="020B0503020204020204" charset="-122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微软雅黑" panose="020B0503020204020204" charset="-122"/>
                  </a:rPr>
                  <a:t>BÀI KHÓA</a:t>
                </a:r>
                <a:endParaRPr kumimoji="0" lang="zh-CN" altLang="zh-CN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微软雅黑" panose="020B0503020204020204" charset="-122"/>
                </a:endParaRPr>
              </a:p>
            </p:txBody>
          </p: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1EA59B84-7A6D-428C-A324-87E42F88E6FD}"/>
                  </a:ext>
                </a:extLst>
              </p:cNvPr>
              <p:cNvGrpSpPr/>
              <p:nvPr/>
            </p:nvGrpSpPr>
            <p:grpSpPr>
              <a:xfrm>
                <a:off x="6742112" y="2490470"/>
                <a:ext cx="1713865" cy="990600"/>
                <a:chOff x="5239068" y="1931035"/>
                <a:chExt cx="1713865" cy="990600"/>
              </a:xfrm>
            </p:grpSpPr>
            <p:sp>
              <p:nvSpPr>
                <p:cNvPr id="59" name="TextBox 25">
                  <a:extLst>
                    <a:ext uri="{FF2B5EF4-FFF2-40B4-BE49-F238E27FC236}">
                      <a16:creationId xmlns:a16="http://schemas.microsoft.com/office/drawing/2014/main" id="{FF696068-B446-4155-A78B-A4C63783DA4C}"/>
                    </a:ext>
                  </a:extLst>
                </p:cNvPr>
                <p:cNvSpPr txBox="1"/>
                <p:nvPr/>
              </p:nvSpPr>
              <p:spPr>
                <a:xfrm>
                  <a:off x="5239068" y="2195502"/>
                  <a:ext cx="171386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  <a:scene3d>
                    <a:camera prst="orthographicFront"/>
                    <a:lightRig rig="threePt" dir="t"/>
                  </a:scene3d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0" i="0" u="none" strike="noStrike" kern="1200" cap="none" spc="0" normalizeH="0" baseline="0" noProof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Light"/>
                      <a:ea typeface="微软雅黑" panose="020B0503020204020204" charset="-122"/>
                      <a:cs typeface="+mn-cs"/>
                      <a:sym typeface="微软雅黑" panose="020B0503020204020204" charset="-122"/>
                    </a:rPr>
                    <a:t>Part 3</a:t>
                  </a:r>
                </a:p>
              </p:txBody>
            </p:sp>
            <p:sp>
              <p:nvSpPr>
                <p:cNvPr id="60" name="椭圆 59">
                  <a:extLst>
                    <a:ext uri="{FF2B5EF4-FFF2-40B4-BE49-F238E27FC236}">
                      <a16:creationId xmlns:a16="http://schemas.microsoft.com/office/drawing/2014/main" id="{562BC6CD-288C-4789-BA9D-4658249AB5FB}"/>
                    </a:ext>
                  </a:extLst>
                </p:cNvPr>
                <p:cNvSpPr/>
                <p:nvPr/>
              </p:nvSpPr>
              <p:spPr>
                <a:xfrm>
                  <a:off x="5600700" y="1931035"/>
                  <a:ext cx="990600" cy="990600"/>
                </a:xfrm>
                <a:prstGeom prst="ellipse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</p:grpSp>
      </p:grpSp>
      <p:grpSp>
        <p:nvGrpSpPr>
          <p:cNvPr id="15" name="Group 14"/>
          <p:cNvGrpSpPr/>
          <p:nvPr/>
        </p:nvGrpSpPr>
        <p:grpSpPr>
          <a:xfrm>
            <a:off x="3183675" y="120036"/>
            <a:ext cx="2875552" cy="6617004"/>
            <a:chOff x="3166768" y="120341"/>
            <a:chExt cx="2875552" cy="6617004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6D461015-73AD-4C3E-952C-71C65B9666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166768" y="120646"/>
              <a:ext cx="2875552" cy="6616699"/>
            </a:xfrm>
            <a:prstGeom prst="rect">
              <a:avLst/>
            </a:prstGeom>
          </p:spPr>
        </p:pic>
        <p:grpSp>
          <p:nvGrpSpPr>
            <p:cNvPr id="8" name="Group 7"/>
            <p:cNvGrpSpPr/>
            <p:nvPr/>
          </p:nvGrpSpPr>
          <p:grpSpPr>
            <a:xfrm>
              <a:off x="3176165" y="120341"/>
              <a:ext cx="2866155" cy="6616700"/>
              <a:chOff x="3166768" y="-115960"/>
              <a:chExt cx="2866155" cy="6616700"/>
            </a:xfrm>
          </p:grpSpPr>
          <p:sp>
            <p:nvSpPr>
              <p:cNvPr id="55" name="任意多边形: 形状 54">
                <a:extLst>
                  <a:ext uri="{FF2B5EF4-FFF2-40B4-BE49-F238E27FC236}">
                    <a16:creationId xmlns:a16="http://schemas.microsoft.com/office/drawing/2014/main" id="{4815F5AB-AED3-4ABF-9F69-9418F8D0B7CE}"/>
                  </a:ext>
                </a:extLst>
              </p:cNvPr>
              <p:cNvSpPr/>
              <p:nvPr/>
            </p:nvSpPr>
            <p:spPr>
              <a:xfrm>
                <a:off x="3166768" y="-115960"/>
                <a:ext cx="2866155" cy="6616700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6858000">
                    <a:moveTo>
                      <a:pt x="0" y="0"/>
                    </a:moveTo>
                    <a:lnTo>
                      <a:pt x="3048000" y="0"/>
                    </a:lnTo>
                    <a:lnTo>
                      <a:pt x="3048000" y="6858000"/>
                    </a:lnTo>
                    <a:lnTo>
                      <a:pt x="0" y="6858000"/>
                    </a:lnTo>
                    <a:lnTo>
                      <a:pt x="0" y="2370852"/>
                    </a:lnTo>
                    <a:lnTo>
                      <a:pt x="44611" y="2336263"/>
                    </a:lnTo>
                    <a:cubicBezTo>
                      <a:pt x="58808" y="2323736"/>
                      <a:pt x="71474" y="2310877"/>
                      <a:pt x="82609" y="2297687"/>
                    </a:cubicBezTo>
                    <a:cubicBezTo>
                      <a:pt x="256657" y="2373062"/>
                      <a:pt x="441669" y="2458030"/>
                      <a:pt x="637645" y="2552592"/>
                    </a:cubicBezTo>
                    <a:lnTo>
                      <a:pt x="771264" y="2326466"/>
                    </a:lnTo>
                    <a:cubicBezTo>
                      <a:pt x="567066" y="2244239"/>
                      <a:pt x="369720" y="2168178"/>
                      <a:pt x="179226" y="2098285"/>
                    </a:cubicBezTo>
                    <a:cubicBezTo>
                      <a:pt x="194301" y="2042096"/>
                      <a:pt x="201153" y="1944108"/>
                      <a:pt x="199783" y="1804322"/>
                    </a:cubicBezTo>
                    <a:lnTo>
                      <a:pt x="0" y="1804322"/>
                    </a:lnTo>
                    <a:lnTo>
                      <a:pt x="0" y="1734428"/>
                    </a:lnTo>
                    <a:lnTo>
                      <a:pt x="356015" y="1734428"/>
                    </a:lnTo>
                    <a:lnTo>
                      <a:pt x="356015" y="2127065"/>
                    </a:lnTo>
                    <a:lnTo>
                      <a:pt x="606809" y="2127065"/>
                    </a:lnTo>
                    <a:lnTo>
                      <a:pt x="606809" y="1569973"/>
                    </a:lnTo>
                    <a:lnTo>
                      <a:pt x="0" y="1569973"/>
                    </a:lnTo>
                    <a:lnTo>
                      <a:pt x="0" y="1487746"/>
                    </a:lnTo>
                    <a:lnTo>
                      <a:pt x="635589" y="1487746"/>
                    </a:lnTo>
                    <a:lnTo>
                      <a:pt x="635589" y="1323290"/>
                    </a:lnTo>
                    <a:lnTo>
                      <a:pt x="0" y="1323290"/>
                    </a:lnTo>
                    <a:lnTo>
                      <a:pt x="0" y="1241063"/>
                    </a:lnTo>
                    <a:lnTo>
                      <a:pt x="573918" y="1241063"/>
                    </a:lnTo>
                    <a:lnTo>
                      <a:pt x="573918" y="1076608"/>
                    </a:lnTo>
                    <a:lnTo>
                      <a:pt x="0" y="1076608"/>
                    </a:lnTo>
                    <a:lnTo>
                      <a:pt x="0" y="994380"/>
                    </a:lnTo>
                    <a:lnTo>
                      <a:pt x="674647" y="994380"/>
                    </a:lnTo>
                    <a:cubicBezTo>
                      <a:pt x="699315" y="1565862"/>
                      <a:pt x="747281" y="1946849"/>
                      <a:pt x="818545" y="2137343"/>
                    </a:cubicBezTo>
                    <a:cubicBezTo>
                      <a:pt x="913107" y="2408694"/>
                      <a:pt x="1043986" y="2540258"/>
                      <a:pt x="1211182" y="2532035"/>
                    </a:cubicBezTo>
                    <a:cubicBezTo>
                      <a:pt x="1282446" y="2529294"/>
                      <a:pt x="1338634" y="2477902"/>
                      <a:pt x="1379748" y="2377859"/>
                    </a:cubicBezTo>
                    <a:cubicBezTo>
                      <a:pt x="1415380" y="2280556"/>
                      <a:pt x="1441419" y="2135973"/>
                      <a:pt x="1457864" y="1944108"/>
                    </a:cubicBezTo>
                    <a:cubicBezTo>
                      <a:pt x="1405787" y="1920810"/>
                      <a:pt x="1335893" y="1887919"/>
                      <a:pt x="1248184" y="1845435"/>
                    </a:cubicBezTo>
                    <a:cubicBezTo>
                      <a:pt x="1239961" y="1944108"/>
                      <a:pt x="1228998" y="2048948"/>
                      <a:pt x="1215293" y="2159956"/>
                    </a:cubicBezTo>
                    <a:cubicBezTo>
                      <a:pt x="1211182" y="2188735"/>
                      <a:pt x="1201888" y="2204496"/>
                      <a:pt x="1186513" y="2207237"/>
                    </a:cubicBezTo>
                    <a:cubicBezTo>
                      <a:pt x="1171438" y="2209977"/>
                      <a:pt x="1155678" y="2199014"/>
                      <a:pt x="1139232" y="2174345"/>
                    </a:cubicBezTo>
                    <a:cubicBezTo>
                      <a:pt x="1024114" y="1989333"/>
                      <a:pt x="961758" y="1596012"/>
                      <a:pt x="952165" y="994380"/>
                    </a:cubicBezTo>
                    <a:lnTo>
                      <a:pt x="1437307" y="994380"/>
                    </a:lnTo>
                    <a:lnTo>
                      <a:pt x="1437307" y="774422"/>
                    </a:lnTo>
                    <a:lnTo>
                      <a:pt x="1231738" y="774422"/>
                    </a:lnTo>
                    <a:lnTo>
                      <a:pt x="1353024" y="706584"/>
                    </a:lnTo>
                    <a:cubicBezTo>
                      <a:pt x="1296835" y="632579"/>
                      <a:pt x="1244073" y="567482"/>
                      <a:pt x="1194736" y="511293"/>
                    </a:cubicBezTo>
                    <a:lnTo>
                      <a:pt x="1007668" y="616134"/>
                    </a:lnTo>
                    <a:cubicBezTo>
                      <a:pt x="1030966" y="644913"/>
                      <a:pt x="1068654" y="697676"/>
                      <a:pt x="1120731" y="774422"/>
                    </a:cubicBezTo>
                    <a:lnTo>
                      <a:pt x="945998" y="774422"/>
                    </a:lnTo>
                    <a:cubicBezTo>
                      <a:pt x="944627" y="693565"/>
                      <a:pt x="943942" y="606540"/>
                      <a:pt x="943942" y="513349"/>
                    </a:cubicBezTo>
                    <a:lnTo>
                      <a:pt x="664368" y="513349"/>
                    </a:lnTo>
                    <a:cubicBezTo>
                      <a:pt x="664368" y="595577"/>
                      <a:pt x="665054" y="682601"/>
                      <a:pt x="666424" y="774422"/>
                    </a:cubicBezTo>
                    <a:lnTo>
                      <a:pt x="0" y="774422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3" name="TextBox 25">
                <a:extLst>
                  <a:ext uri="{FF2B5EF4-FFF2-40B4-BE49-F238E27FC236}">
                    <a16:creationId xmlns:a16="http://schemas.microsoft.com/office/drawing/2014/main" id="{7D3C6767-264B-45CD-860C-A27A34F0C69B}"/>
                  </a:ext>
                </a:extLst>
              </p:cNvPr>
              <p:cNvSpPr txBox="1"/>
              <p:nvPr/>
            </p:nvSpPr>
            <p:spPr>
              <a:xfrm>
                <a:off x="3304147" y="3665299"/>
                <a:ext cx="2591117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Light"/>
                    <a:ea typeface="微软雅黑" panose="020B0503020204020204" charset="-122"/>
                    <a:sym typeface="微软雅黑" panose="020B0503020204020204" charset="-122"/>
                  </a:rPr>
                  <a:t>生词</a:t>
                </a:r>
                <a:endParaRPr kumimoji="0" lang="en-US" altLang="zh-CN" sz="24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微软雅黑" panose="020B0503020204020204" charset="-122"/>
                  <a:sym typeface="微软雅黑" panose="020B0503020204020204" charset="-122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微软雅黑" panose="020B0503020204020204" charset="-122"/>
                  </a:rPr>
                  <a:t>TỪ MỚI</a:t>
                </a:r>
                <a:endParaRPr kumimoji="0" lang="zh-CN" altLang="zh-CN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微软雅黑" panose="020B0503020204020204" charset="-122"/>
                </a:endParaRPr>
              </a:p>
            </p:txBody>
          </p:sp>
          <p:grpSp>
            <p:nvGrpSpPr>
              <p:cNvPr id="61" name="组合 60">
                <a:extLst>
                  <a:ext uri="{FF2B5EF4-FFF2-40B4-BE49-F238E27FC236}">
                    <a16:creationId xmlns:a16="http://schemas.microsoft.com/office/drawing/2014/main" id="{EDB66B29-4BE4-4098-B465-B8D9F3476B95}"/>
                  </a:ext>
                </a:extLst>
              </p:cNvPr>
              <p:cNvGrpSpPr/>
              <p:nvPr/>
            </p:nvGrpSpPr>
            <p:grpSpPr>
              <a:xfrm>
                <a:off x="3730307" y="2490470"/>
                <a:ext cx="1713865" cy="990600"/>
                <a:chOff x="5239068" y="1931035"/>
                <a:chExt cx="1713865" cy="990600"/>
              </a:xfrm>
            </p:grpSpPr>
            <p:sp>
              <p:nvSpPr>
                <p:cNvPr id="62" name="TextBox 25">
                  <a:extLst>
                    <a:ext uri="{FF2B5EF4-FFF2-40B4-BE49-F238E27FC236}">
                      <a16:creationId xmlns:a16="http://schemas.microsoft.com/office/drawing/2014/main" id="{5D37D336-D087-4D28-B43A-C13CC4064A43}"/>
                    </a:ext>
                  </a:extLst>
                </p:cNvPr>
                <p:cNvSpPr txBox="1"/>
                <p:nvPr/>
              </p:nvSpPr>
              <p:spPr>
                <a:xfrm>
                  <a:off x="5239068" y="2195502"/>
                  <a:ext cx="171386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  <a:scene3d>
                    <a:camera prst="orthographicFront"/>
                    <a:lightRig rig="threePt" dir="t"/>
                  </a:scene3d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0" i="0" u="none" strike="noStrike" kern="1200" cap="none" spc="0" normalizeH="0" baseline="0" noProof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Light"/>
                      <a:ea typeface="微软雅黑" panose="020B0503020204020204" charset="-122"/>
                      <a:cs typeface="+mn-cs"/>
                      <a:sym typeface="微软雅黑" panose="020B0503020204020204" charset="-122"/>
                    </a:rPr>
                    <a:t>Part 2</a:t>
                  </a:r>
                </a:p>
              </p:txBody>
            </p:sp>
            <p:sp>
              <p:nvSpPr>
                <p:cNvPr id="63" name="椭圆 62">
                  <a:extLst>
                    <a:ext uri="{FF2B5EF4-FFF2-40B4-BE49-F238E27FC236}">
                      <a16:creationId xmlns:a16="http://schemas.microsoft.com/office/drawing/2014/main" id="{D455DC8A-55CE-4D66-A9F2-0A766CC007D6}"/>
                    </a:ext>
                  </a:extLst>
                </p:cNvPr>
                <p:cNvSpPr/>
                <p:nvPr/>
              </p:nvSpPr>
              <p:spPr>
                <a:xfrm>
                  <a:off x="5600700" y="1931035"/>
                  <a:ext cx="990600" cy="990600"/>
                </a:xfrm>
                <a:prstGeom prst="ellipse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</p:grpSp>
      </p:grpSp>
      <p:grpSp>
        <p:nvGrpSpPr>
          <p:cNvPr id="18" name="Group 17"/>
          <p:cNvGrpSpPr/>
          <p:nvPr/>
        </p:nvGrpSpPr>
        <p:grpSpPr>
          <a:xfrm>
            <a:off x="9206346" y="120651"/>
            <a:ext cx="2866155" cy="6616700"/>
            <a:chOff x="9206346" y="120340"/>
            <a:chExt cx="2866155" cy="6616700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21F5B83D-D803-453E-B2CC-AA35321319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206346" y="120341"/>
              <a:ext cx="2844663" cy="6616699"/>
            </a:xfrm>
            <a:prstGeom prst="rect">
              <a:avLst/>
            </a:prstGeom>
          </p:spPr>
        </p:pic>
        <p:grpSp>
          <p:nvGrpSpPr>
            <p:cNvPr id="13" name="Group 12"/>
            <p:cNvGrpSpPr/>
            <p:nvPr/>
          </p:nvGrpSpPr>
          <p:grpSpPr>
            <a:xfrm>
              <a:off x="9206346" y="120340"/>
              <a:ext cx="2866155" cy="6616700"/>
              <a:chOff x="9143577" y="-322584"/>
              <a:chExt cx="2866155" cy="6616700"/>
            </a:xfrm>
          </p:grpSpPr>
          <p:sp>
            <p:nvSpPr>
              <p:cNvPr id="57" name="任意多边形: 形状 56">
                <a:extLst>
                  <a:ext uri="{FF2B5EF4-FFF2-40B4-BE49-F238E27FC236}">
                    <a16:creationId xmlns:a16="http://schemas.microsoft.com/office/drawing/2014/main" id="{25A6FCC4-8FE9-4BEA-A5D3-1F5EFB7B23D2}"/>
                  </a:ext>
                </a:extLst>
              </p:cNvPr>
              <p:cNvSpPr/>
              <p:nvPr/>
            </p:nvSpPr>
            <p:spPr>
              <a:xfrm>
                <a:off x="9143577" y="-322584"/>
                <a:ext cx="2866155" cy="6616700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6858000">
                    <a:moveTo>
                      <a:pt x="1042399" y="1247230"/>
                    </a:moveTo>
                    <a:lnTo>
                      <a:pt x="1243857" y="1247230"/>
                    </a:lnTo>
                    <a:lnTo>
                      <a:pt x="1243857" y="1395240"/>
                    </a:lnTo>
                    <a:lnTo>
                      <a:pt x="1042399" y="1395240"/>
                    </a:lnTo>
                    <a:close/>
                    <a:moveTo>
                      <a:pt x="1042399" y="889540"/>
                    </a:moveTo>
                    <a:lnTo>
                      <a:pt x="1243857" y="889540"/>
                    </a:lnTo>
                    <a:lnTo>
                      <a:pt x="1243857" y="1037550"/>
                    </a:lnTo>
                    <a:lnTo>
                      <a:pt x="1042399" y="1037550"/>
                    </a:lnTo>
                    <a:close/>
                    <a:moveTo>
                      <a:pt x="0" y="0"/>
                    </a:moveTo>
                    <a:lnTo>
                      <a:pt x="3048000" y="0"/>
                    </a:lnTo>
                    <a:lnTo>
                      <a:pt x="3048000" y="6858000"/>
                    </a:lnTo>
                    <a:lnTo>
                      <a:pt x="0" y="6858000"/>
                    </a:lnTo>
                    <a:lnTo>
                      <a:pt x="0" y="2386897"/>
                    </a:lnTo>
                    <a:lnTo>
                      <a:pt x="89298" y="2379432"/>
                    </a:lnTo>
                    <a:cubicBezTo>
                      <a:pt x="121868" y="2376841"/>
                      <a:pt x="155883" y="2374261"/>
                      <a:pt x="191344" y="2371691"/>
                    </a:cubicBezTo>
                    <a:cubicBezTo>
                      <a:pt x="203679" y="2407323"/>
                      <a:pt x="216013" y="2443641"/>
                      <a:pt x="228347" y="2480643"/>
                    </a:cubicBezTo>
                    <a:lnTo>
                      <a:pt x="456528" y="2394304"/>
                    </a:lnTo>
                    <a:cubicBezTo>
                      <a:pt x="435971" y="2340856"/>
                      <a:pt x="414729" y="2286723"/>
                      <a:pt x="392802" y="2231905"/>
                    </a:cubicBezTo>
                    <a:lnTo>
                      <a:pt x="783383" y="2231905"/>
                    </a:lnTo>
                    <a:lnTo>
                      <a:pt x="783383" y="2532035"/>
                    </a:lnTo>
                    <a:lnTo>
                      <a:pt x="1042399" y="2532035"/>
                    </a:lnTo>
                    <a:lnTo>
                      <a:pt x="1042399" y="2231905"/>
                    </a:lnTo>
                    <a:lnTo>
                      <a:pt x="1570711" y="2231905"/>
                    </a:lnTo>
                    <a:lnTo>
                      <a:pt x="1570711" y="2026336"/>
                    </a:lnTo>
                    <a:lnTo>
                      <a:pt x="1042399" y="2026336"/>
                    </a:lnTo>
                    <a:lnTo>
                      <a:pt x="1042399" y="1907106"/>
                    </a:lnTo>
                    <a:lnTo>
                      <a:pt x="1467927" y="1907106"/>
                    </a:lnTo>
                    <a:lnTo>
                      <a:pt x="1467927" y="1705648"/>
                    </a:lnTo>
                    <a:lnTo>
                      <a:pt x="1042399" y="1705648"/>
                    </a:lnTo>
                    <a:lnTo>
                      <a:pt x="1042399" y="1584363"/>
                    </a:lnTo>
                    <a:lnTo>
                      <a:pt x="1478205" y="1584363"/>
                    </a:lnTo>
                    <a:lnTo>
                      <a:pt x="1478205" y="1247230"/>
                    </a:lnTo>
                    <a:lnTo>
                      <a:pt x="1580990" y="1247230"/>
                    </a:lnTo>
                    <a:lnTo>
                      <a:pt x="1580990" y="1037550"/>
                    </a:lnTo>
                    <a:lnTo>
                      <a:pt x="1478205" y="1037550"/>
                    </a:lnTo>
                    <a:lnTo>
                      <a:pt x="1478205" y="700417"/>
                    </a:lnTo>
                    <a:lnTo>
                      <a:pt x="1042399" y="700417"/>
                    </a:lnTo>
                    <a:lnTo>
                      <a:pt x="1042399" y="529795"/>
                    </a:lnTo>
                    <a:lnTo>
                      <a:pt x="783383" y="529795"/>
                    </a:lnTo>
                    <a:lnTo>
                      <a:pt x="783383" y="700417"/>
                    </a:lnTo>
                    <a:lnTo>
                      <a:pt x="450361" y="700417"/>
                    </a:lnTo>
                    <a:lnTo>
                      <a:pt x="450361" y="889540"/>
                    </a:lnTo>
                    <a:lnTo>
                      <a:pt x="783383" y="889540"/>
                    </a:lnTo>
                    <a:lnTo>
                      <a:pt x="783383" y="1037550"/>
                    </a:lnTo>
                    <a:lnTo>
                      <a:pt x="388690" y="1037550"/>
                    </a:lnTo>
                    <a:lnTo>
                      <a:pt x="388690" y="1247230"/>
                    </a:lnTo>
                    <a:lnTo>
                      <a:pt x="783383" y="1247230"/>
                    </a:lnTo>
                    <a:lnTo>
                      <a:pt x="783383" y="1395240"/>
                    </a:lnTo>
                    <a:lnTo>
                      <a:pt x="450361" y="1395240"/>
                    </a:lnTo>
                    <a:lnTo>
                      <a:pt x="450361" y="1584363"/>
                    </a:lnTo>
                    <a:lnTo>
                      <a:pt x="783383" y="1584363"/>
                    </a:lnTo>
                    <a:lnTo>
                      <a:pt x="783383" y="1705648"/>
                    </a:lnTo>
                    <a:lnTo>
                      <a:pt x="448305" y="1705648"/>
                    </a:lnTo>
                    <a:lnTo>
                      <a:pt x="448305" y="1907106"/>
                    </a:lnTo>
                    <a:lnTo>
                      <a:pt x="783383" y="1907106"/>
                    </a:lnTo>
                    <a:lnTo>
                      <a:pt x="783383" y="2026336"/>
                    </a:lnTo>
                    <a:lnTo>
                      <a:pt x="380468" y="2026336"/>
                    </a:lnTo>
                    <a:lnTo>
                      <a:pt x="380468" y="2203125"/>
                    </a:lnTo>
                    <a:cubicBezTo>
                      <a:pt x="329761" y="2081154"/>
                      <a:pt x="276313" y="1954387"/>
                      <a:pt x="220124" y="1822823"/>
                    </a:cubicBezTo>
                    <a:lnTo>
                      <a:pt x="8388" y="1894772"/>
                    </a:lnTo>
                    <a:cubicBezTo>
                      <a:pt x="46761" y="1985222"/>
                      <a:pt x="83078" y="2076358"/>
                      <a:pt x="117340" y="2168178"/>
                    </a:cubicBezTo>
                    <a:lnTo>
                      <a:pt x="0" y="2178165"/>
                    </a:lnTo>
                    <a:lnTo>
                      <a:pt x="0" y="1802266"/>
                    </a:lnTo>
                    <a:lnTo>
                      <a:pt x="401025" y="1802266"/>
                    </a:lnTo>
                    <a:lnTo>
                      <a:pt x="401025" y="1592586"/>
                    </a:lnTo>
                    <a:lnTo>
                      <a:pt x="0" y="1592586"/>
                    </a:lnTo>
                    <a:lnTo>
                      <a:pt x="0" y="1442520"/>
                    </a:lnTo>
                    <a:lnTo>
                      <a:pt x="333187" y="1442520"/>
                    </a:lnTo>
                    <a:lnTo>
                      <a:pt x="333187" y="1278065"/>
                    </a:lnTo>
                    <a:lnTo>
                      <a:pt x="0" y="1278065"/>
                    </a:lnTo>
                    <a:lnTo>
                      <a:pt x="0" y="1130056"/>
                    </a:lnTo>
                    <a:lnTo>
                      <a:pt x="331131" y="1130056"/>
                    </a:lnTo>
                    <a:lnTo>
                      <a:pt x="331131" y="965601"/>
                    </a:lnTo>
                    <a:lnTo>
                      <a:pt x="0" y="965601"/>
                    </a:lnTo>
                    <a:lnTo>
                      <a:pt x="0" y="817591"/>
                    </a:lnTo>
                    <a:lnTo>
                      <a:pt x="382523" y="817591"/>
                    </a:lnTo>
                    <a:lnTo>
                      <a:pt x="382523" y="620245"/>
                    </a:lnTo>
                    <a:lnTo>
                      <a:pt x="0" y="620245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7" name="TextBox 25">
                <a:extLst>
                  <a:ext uri="{FF2B5EF4-FFF2-40B4-BE49-F238E27FC236}">
                    <a16:creationId xmlns:a16="http://schemas.microsoft.com/office/drawing/2014/main" id="{A246A4BC-2EAD-42C3-8207-2E086090D131}"/>
                  </a:ext>
                </a:extLst>
              </p:cNvPr>
              <p:cNvSpPr txBox="1"/>
              <p:nvPr/>
            </p:nvSpPr>
            <p:spPr>
              <a:xfrm>
                <a:off x="9343866" y="3641090"/>
                <a:ext cx="2591117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noProof="1">
                    <a:solidFill>
                      <a:prstClr val="white"/>
                    </a:solidFill>
                    <a:latin typeface="思源黑体 CN Light"/>
                    <a:ea typeface="等线" panose="02010600030101010101" pitchFamily="2" charset="-122"/>
                    <a:sym typeface="微软雅黑" panose="020B0503020204020204" charset="-122"/>
                  </a:rPr>
                  <a:t>练习</a:t>
                </a:r>
                <a:endParaRPr lang="en-US" altLang="zh-CN" sz="2400" noProof="1">
                  <a:solidFill>
                    <a:prstClr val="white"/>
                  </a:solidFill>
                  <a:latin typeface="思源黑体 CN Light"/>
                  <a:ea typeface="等线" panose="02010600030101010101" pitchFamily="2" charset="-122"/>
                  <a:sym typeface="微软雅黑" panose="020B0503020204020204" charset="-122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noProof="1">
                    <a:solidFill>
                      <a:prstClr val="white"/>
                    </a:solidFill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  <a:sym typeface="微软雅黑" panose="020B0503020204020204" charset="-122"/>
                  </a:rPr>
                  <a:t>LUYỆN TẬP</a:t>
                </a:r>
                <a:endParaRPr kumimoji="0" lang="zh-CN" altLang="zh-CN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微软雅黑" panose="020B0503020204020204" charset="-122"/>
                </a:endParaRPr>
              </a:p>
            </p:txBody>
          </p:sp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BEBC9968-9EBC-410A-B354-D5298C6B8872}"/>
                  </a:ext>
                </a:extLst>
              </p:cNvPr>
              <p:cNvGrpSpPr/>
              <p:nvPr/>
            </p:nvGrpSpPr>
            <p:grpSpPr>
              <a:xfrm>
                <a:off x="9753917" y="2490470"/>
                <a:ext cx="1713865" cy="990600"/>
                <a:chOff x="5239068" y="1931035"/>
                <a:chExt cx="1713865" cy="990600"/>
              </a:xfrm>
            </p:grpSpPr>
            <p:sp>
              <p:nvSpPr>
                <p:cNvPr id="65" name="TextBox 25">
                  <a:extLst>
                    <a:ext uri="{FF2B5EF4-FFF2-40B4-BE49-F238E27FC236}">
                      <a16:creationId xmlns:a16="http://schemas.microsoft.com/office/drawing/2014/main" id="{E3B83DD3-C5B5-432F-84EF-43F7D37578B7}"/>
                    </a:ext>
                  </a:extLst>
                </p:cNvPr>
                <p:cNvSpPr txBox="1"/>
                <p:nvPr/>
              </p:nvSpPr>
              <p:spPr>
                <a:xfrm>
                  <a:off x="5239068" y="2195502"/>
                  <a:ext cx="171386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  <a:scene3d>
                    <a:camera prst="orthographicFront"/>
                    <a:lightRig rig="threePt" dir="t"/>
                  </a:scene3d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0" i="0" u="none" strike="noStrike" kern="1200" cap="none" spc="0" normalizeH="0" baseline="0" noProof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Light"/>
                      <a:ea typeface="微软雅黑" panose="020B0503020204020204" charset="-122"/>
                      <a:cs typeface="+mn-cs"/>
                      <a:sym typeface="微软雅黑" panose="020B0503020204020204" charset="-122"/>
                    </a:rPr>
                    <a:t>Part 4</a:t>
                  </a:r>
                </a:p>
              </p:txBody>
            </p:sp>
            <p:sp>
              <p:nvSpPr>
                <p:cNvPr id="66" name="椭圆 65">
                  <a:extLst>
                    <a:ext uri="{FF2B5EF4-FFF2-40B4-BE49-F238E27FC236}">
                      <a16:creationId xmlns:a16="http://schemas.microsoft.com/office/drawing/2014/main" id="{30CD076C-527A-4DE7-A4F0-702430BCEFB1}"/>
                    </a:ext>
                  </a:extLst>
                </p:cNvPr>
                <p:cNvSpPr/>
                <p:nvPr/>
              </p:nvSpPr>
              <p:spPr>
                <a:xfrm>
                  <a:off x="5600700" y="1931035"/>
                  <a:ext cx="990600" cy="990600"/>
                </a:xfrm>
                <a:prstGeom prst="ellipse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038802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3840x2160 Hình nền 4K Trung Quốc tràn">
            <a:extLst>
              <a:ext uri="{FF2B5EF4-FFF2-40B4-BE49-F238E27FC236}">
                <a16:creationId xmlns:a16="http://schemas.microsoft.com/office/drawing/2014/main" id="{A61EF23E-8B06-416D-ACB5-CE50B54A1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1E3F7E60-E31D-43B2-8648-798AE14B39E2}"/>
              </a:ext>
            </a:extLst>
          </p:cNvPr>
          <p:cNvSpPr/>
          <p:nvPr/>
        </p:nvSpPr>
        <p:spPr>
          <a:xfrm>
            <a:off x="7000" y="0"/>
            <a:ext cx="12235593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1" name="图片 5">
            <a:extLst>
              <a:ext uri="{FF2B5EF4-FFF2-40B4-BE49-F238E27FC236}">
                <a16:creationId xmlns:a16="http://schemas.microsoft.com/office/drawing/2014/main" id="{7017EE6D-F772-4784-B7C7-8DF78C86CE6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30629" y="165962"/>
            <a:ext cx="7344742" cy="4254500"/>
          </a:xfrm>
          <a:prstGeom prst="rect">
            <a:avLst/>
          </a:prstGeom>
        </p:spPr>
      </p:pic>
      <p:sp>
        <p:nvSpPr>
          <p:cNvPr id="9" name="TextBox 25">
            <a:extLst>
              <a:ext uri="{FF2B5EF4-FFF2-40B4-BE49-F238E27FC236}">
                <a16:creationId xmlns:a16="http://schemas.microsoft.com/office/drawing/2014/main" id="{6BF858D5-92EC-40C0-8DC7-113263938223}"/>
              </a:ext>
            </a:extLst>
          </p:cNvPr>
          <p:cNvSpPr txBox="1"/>
          <p:nvPr/>
        </p:nvSpPr>
        <p:spPr>
          <a:xfrm>
            <a:off x="3176376" y="1047785"/>
            <a:ext cx="3187065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zh-CN" sz="4800" b="0" i="0" u="none" strike="noStrike" kern="1200" cap="none" spc="0" normalizeH="0" baseline="0" noProof="1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Impact" panose="020B0806030902050204" charset="0"/>
                <a:ea typeface="微软雅黑" panose="020B0503020204020204" charset="-122"/>
                <a:cs typeface="+mn-cs"/>
                <a:sym typeface="微软雅黑" panose="020B0503020204020204" charset="-122"/>
              </a:rPr>
              <a:t>Part</a:t>
            </a:r>
            <a:r>
              <a:rPr kumimoji="0" lang="vi-VN" altLang="zh-CN" sz="4800" b="0" i="0" u="none" strike="noStrike" kern="1200" cap="none" spc="0" normalizeH="0" noProof="1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Impact" panose="020B0806030902050204" charset="0"/>
                <a:ea typeface="微软雅黑" panose="020B0503020204020204" charset="-122"/>
                <a:cs typeface="+mn-cs"/>
                <a:sym typeface="微软雅黑" panose="020B0503020204020204" charset="-122"/>
              </a:rPr>
              <a:t> 1</a:t>
            </a:r>
            <a:endParaRPr kumimoji="0" lang="en-US" altLang="zh-CN" sz="4800" b="0" i="0" u="none" strike="noStrike" kern="1200" cap="none" spc="0" normalizeH="0" baseline="0" noProof="1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Impact" panose="020B0806030902050204" charset="0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0" name="TextBox 25">
            <a:extLst>
              <a:ext uri="{FF2B5EF4-FFF2-40B4-BE49-F238E27FC236}">
                <a16:creationId xmlns:a16="http://schemas.microsoft.com/office/drawing/2014/main" id="{A19878FC-D6E8-4084-91AE-2E474506868D}"/>
              </a:ext>
            </a:extLst>
          </p:cNvPr>
          <p:cNvSpPr txBox="1"/>
          <p:nvPr/>
        </p:nvSpPr>
        <p:spPr>
          <a:xfrm>
            <a:off x="3176376" y="1878782"/>
            <a:ext cx="4529793" cy="181588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0" noProof="1"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sym typeface="微软雅黑" panose="020B0503020204020204" charset="-122"/>
              </a:rPr>
              <a:t>语音</a:t>
            </a:r>
            <a:endParaRPr lang="en-GB" altLang="zh-CN" sz="3200" noProof="1"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sym typeface="微软雅黑" panose="020B0503020204020204" charset="-122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altLang="zh-CN" sz="3200" noProof="1"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sym typeface="微软雅黑" panose="020B0503020204020204" charset="-122"/>
              </a:rPr>
              <a:t>Ngữ âm</a:t>
            </a:r>
            <a:endParaRPr kumimoji="0" lang="zh-CN" altLang="zh-CN" sz="8000" b="0" i="0" u="none" strike="noStrike" kern="1200" cap="none" spc="0" normalizeH="0" baseline="0" noProof="1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微软雅黑" panose="020B0503020204020204" pitchFamily="34" charset="-122"/>
              <a:sym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2138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2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F494DA6-A362-4396-8AD6-4AD7E9A594E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5849471" cy="6858000"/>
          </a:xfrm>
          <a:prstGeom prst="rect">
            <a:avLst/>
          </a:prstGeom>
        </p:spPr>
      </p:pic>
      <p:sp>
        <p:nvSpPr>
          <p:cNvPr id="9" name="TextBox 25">
            <a:extLst>
              <a:ext uri="{FF2B5EF4-FFF2-40B4-BE49-F238E27FC236}">
                <a16:creationId xmlns:a16="http://schemas.microsoft.com/office/drawing/2014/main" id="{255757C7-8CFE-4EE9-86B1-D8F8678D10EA}"/>
              </a:ext>
            </a:extLst>
          </p:cNvPr>
          <p:cNvSpPr txBox="1"/>
          <p:nvPr/>
        </p:nvSpPr>
        <p:spPr>
          <a:xfrm>
            <a:off x="7653300" y="546023"/>
            <a:ext cx="2841626" cy="12239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altLang="zh-CN" sz="2800" dirty="0">
                <a:solidFill>
                  <a:prstClr val="white"/>
                </a:solidFill>
                <a:ea typeface="微软雅黑" panose="020B0503020204020204" pitchFamily="34" charset="-122"/>
              </a:rPr>
              <a:t>Nguồn gốc 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altLang="zh-CN" sz="2800" dirty="0">
                <a:solidFill>
                  <a:prstClr val="white"/>
                </a:solidFill>
                <a:ea typeface="微软雅黑" panose="020B0503020204020204" pitchFamily="34" charset="-122"/>
              </a:rPr>
              <a:t>chữ Hán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6FA4429-5C24-44B0-A90B-9B6CA85BD3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23395" y="820111"/>
            <a:ext cx="500958" cy="99134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7579638-3306-4F12-AFA9-C9E36F1410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7117117" y="820112"/>
            <a:ext cx="536183" cy="99134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9471" y="2170854"/>
            <a:ext cx="6342529" cy="322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1493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75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áng tạo cùng Kanji – Phương pháp mới vừa chơi vừa học hiệu quả bất ngờ -  JAPO - Cổng thông tin Nhật Bả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107"/>
          <a:stretch/>
        </p:blipFill>
        <p:spPr bwMode="auto">
          <a:xfrm>
            <a:off x="357280" y="212911"/>
            <a:ext cx="4954308" cy="93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ách học Kanji hiệu quả bằng từ gốc rất hay cho bạ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400"/>
          <a:stretch/>
        </p:blipFill>
        <p:spPr bwMode="auto">
          <a:xfrm>
            <a:off x="6075270" y="120650"/>
            <a:ext cx="5762625" cy="102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áng tạo cùng Kanji – Phương pháp mới vừa chơi vừa học hiệu quả bất ngờ -  JAPO - Cổng thông tin Nhật Bả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6" t="22123" r="256" b="51984"/>
          <a:stretch/>
        </p:blipFill>
        <p:spPr bwMode="auto">
          <a:xfrm>
            <a:off x="357280" y="1453082"/>
            <a:ext cx="4954308" cy="93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Sáng tạo cùng Kanji – Phương pháp mới vừa chơi vừa học hiệu quả bất ngờ -  JAPO - Cổng thông tin Nhật Bả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" t="45300" r="-128" b="28807"/>
          <a:stretch/>
        </p:blipFill>
        <p:spPr bwMode="auto">
          <a:xfrm>
            <a:off x="6408830" y="1506803"/>
            <a:ext cx="4954308" cy="93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áng tạo cùng Kanji – Phương pháp mới vừa chơi vừa học hiệu quả bất ngờ -  JAPO - Cổng thông tin Nhật Bả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6" t="71110" r="256" b="2997"/>
          <a:stretch/>
        </p:blipFill>
        <p:spPr bwMode="auto">
          <a:xfrm>
            <a:off x="539187" y="2693253"/>
            <a:ext cx="4954308" cy="93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Cách học Kanji hiệu quả bằng từ gốc rất hay cho bạ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00" b="64800"/>
          <a:stretch/>
        </p:blipFill>
        <p:spPr bwMode="auto">
          <a:xfrm>
            <a:off x="6075270" y="2789397"/>
            <a:ext cx="5762625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Cách học Kanji hiệu quả bằng từ gốc rất hay cho bạ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00" b="49733"/>
          <a:stretch/>
        </p:blipFill>
        <p:spPr bwMode="auto">
          <a:xfrm>
            <a:off x="135029" y="4151632"/>
            <a:ext cx="5762625" cy="69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Cách học Kanji hiệu quả bằng từ gốc rất hay cho bạ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67" b="36133"/>
          <a:stretch/>
        </p:blipFill>
        <p:spPr bwMode="auto">
          <a:xfrm>
            <a:off x="6075270" y="4167507"/>
            <a:ext cx="5762625" cy="66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Cách học Kanji hiệu quả bằng từ gốc rất hay cho bạ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200" b="22933"/>
          <a:stretch/>
        </p:blipFill>
        <p:spPr bwMode="auto">
          <a:xfrm>
            <a:off x="135030" y="5470684"/>
            <a:ext cx="5762625" cy="66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Cách học Kanji hiệu quả bằng từ gốc rất hay cho bạ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000" b="6800"/>
          <a:stretch/>
        </p:blipFill>
        <p:spPr bwMode="auto">
          <a:xfrm>
            <a:off x="6186580" y="5219859"/>
            <a:ext cx="5762625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3007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rgbClr val="7A222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F494DA6-A362-4396-8AD6-4AD7E9A594E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5849471" cy="6858000"/>
          </a:xfrm>
          <a:prstGeom prst="rect">
            <a:avLst/>
          </a:prstGeom>
        </p:spPr>
      </p:pic>
      <p:sp>
        <p:nvSpPr>
          <p:cNvPr id="10" name="矩形 7">
            <a:extLst>
              <a:ext uri="{FF2B5EF4-FFF2-40B4-BE49-F238E27FC236}">
                <a16:creationId xmlns:a16="http://schemas.microsoft.com/office/drawing/2014/main" id="{6745C00A-D716-4F6F-A9EB-B97283349BB1}"/>
              </a:ext>
            </a:extLst>
          </p:cNvPr>
          <p:cNvSpPr/>
          <p:nvPr/>
        </p:nvSpPr>
        <p:spPr>
          <a:xfrm>
            <a:off x="6248397" y="2259713"/>
            <a:ext cx="574637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vi-VN" altLang="zh-CN" sz="2400" dirty="0">
                <a:solidFill>
                  <a:srgbClr val="FFFF00"/>
                </a:solidFill>
                <a:ea typeface="微软雅黑" panose="020B0503020204020204" pitchFamily="34" charset="-122"/>
              </a:rPr>
              <a:t>1. Về ngữ âm</a:t>
            </a:r>
          </a:p>
          <a:p>
            <a:pPr>
              <a:lnSpc>
                <a:spcPct val="125000"/>
              </a:lnSpc>
            </a:pPr>
            <a:r>
              <a:rPr lang="vi-VN" altLang="zh-CN" sz="2000" dirty="0">
                <a:solidFill>
                  <a:schemeClr val="bg1"/>
                </a:solidFill>
                <a:ea typeface="微软雅黑" panose="020B0503020204020204" pitchFamily="34" charset="-122"/>
              </a:rPr>
              <a:t>Một chữ Hán gồm 3 bộ phận: </a:t>
            </a:r>
          </a:p>
          <a:p>
            <a:pPr algn="ctr">
              <a:lnSpc>
                <a:spcPct val="125000"/>
              </a:lnSpc>
            </a:pPr>
            <a:r>
              <a:rPr lang="vi-VN" altLang="zh-CN" sz="2000" dirty="0">
                <a:solidFill>
                  <a:schemeClr val="bg1"/>
                </a:solidFill>
                <a:ea typeface="微软雅黑" panose="020B0503020204020204" pitchFamily="34" charset="-122"/>
              </a:rPr>
              <a:t>Thanh mẫu + Vận mẫu + Thanh điệu.</a:t>
            </a:r>
          </a:p>
        </p:txBody>
      </p:sp>
      <p:sp>
        <p:nvSpPr>
          <p:cNvPr id="13" name="TextBox 25">
            <a:extLst>
              <a:ext uri="{FF2B5EF4-FFF2-40B4-BE49-F238E27FC236}">
                <a16:creationId xmlns:a16="http://schemas.microsoft.com/office/drawing/2014/main" id="{255757C7-8CFE-4EE9-86B1-D8F8678D10EA}"/>
              </a:ext>
            </a:extLst>
          </p:cNvPr>
          <p:cNvSpPr txBox="1"/>
          <p:nvPr/>
        </p:nvSpPr>
        <p:spPr>
          <a:xfrm>
            <a:off x="7700774" y="1137551"/>
            <a:ext cx="2841626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altLang="zh-CN" sz="2800" dirty="0">
                <a:solidFill>
                  <a:prstClr val="white"/>
                </a:solidFill>
                <a:ea typeface="微软雅黑" panose="020B0503020204020204" pitchFamily="34" charset="-122"/>
              </a:rPr>
              <a:t>Cấu tạo chữ Hán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微软雅黑" panose="020B0503020204020204" pitchFamily="34" charset="-122"/>
            </a:endParaRPr>
          </a:p>
        </p:txBody>
      </p:sp>
      <p:pic>
        <p:nvPicPr>
          <p:cNvPr id="14" name="图片 10">
            <a:extLst>
              <a:ext uri="{FF2B5EF4-FFF2-40B4-BE49-F238E27FC236}">
                <a16:creationId xmlns:a16="http://schemas.microsoft.com/office/drawing/2014/main" id="{66FA4429-5C24-44B0-A90B-9B6CA85BD3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95626" y="965045"/>
            <a:ext cx="500958" cy="991344"/>
          </a:xfrm>
          <a:prstGeom prst="rect">
            <a:avLst/>
          </a:prstGeom>
        </p:spPr>
      </p:pic>
      <p:pic>
        <p:nvPicPr>
          <p:cNvPr id="15" name="图片 11">
            <a:extLst>
              <a:ext uri="{FF2B5EF4-FFF2-40B4-BE49-F238E27FC236}">
                <a16:creationId xmlns:a16="http://schemas.microsoft.com/office/drawing/2014/main" id="{27579638-3306-4F12-AFA9-C9E36F1410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7189348" y="965046"/>
            <a:ext cx="536183" cy="99134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48397" y="3726263"/>
            <a:ext cx="612668" cy="4392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25000"/>
              </a:lnSpc>
            </a:pPr>
            <a:r>
              <a:rPr lang="vi-VN" altLang="zh-CN" sz="2000" dirty="0">
                <a:solidFill>
                  <a:schemeClr val="bg1"/>
                </a:solidFill>
                <a:ea typeface="微软雅黑" panose="020B0503020204020204" pitchFamily="34" charset="-122"/>
              </a:rPr>
              <a:t>VD: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071437"/>
              </p:ext>
            </p:extLst>
          </p:nvPr>
        </p:nvGraphicFramePr>
        <p:xfrm>
          <a:off x="6677551" y="4379044"/>
          <a:ext cx="5143500" cy="2223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7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5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3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5955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vi-VN" sz="20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Thanh mẫu</a:t>
                      </a:r>
                      <a:endParaRPr lang="en-US" sz="20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vi-VN" sz="20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Vận</a:t>
                      </a:r>
                      <a:r>
                        <a:rPr lang="vi-VN" sz="2000" baseline="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mẫu</a:t>
                      </a:r>
                      <a:endParaRPr lang="en-US" sz="20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vi-VN" sz="20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Thanh</a:t>
                      </a:r>
                      <a:r>
                        <a:rPr lang="vi-VN" sz="2000" baseline="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điệu</a:t>
                      </a:r>
                      <a:endParaRPr lang="en-US" sz="20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955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71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 err="1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hǎo</a:t>
                      </a:r>
                      <a:endParaRPr lang="en-US" sz="24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US" sz="2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ao</a:t>
                      </a:r>
                      <a:endParaRPr lang="en-US" sz="2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Thanh 3</a:t>
                      </a:r>
                      <a:endParaRPr lang="en-US" sz="2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7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jiàn</a:t>
                      </a:r>
                      <a:endParaRPr lang="en-US" sz="24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ian</a:t>
                      </a:r>
                      <a:endParaRPr lang="en-US" sz="2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Thanh 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7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míng</a:t>
                      </a:r>
                      <a:endParaRPr lang="en-US" sz="24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2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ing</a:t>
                      </a:r>
                      <a:endParaRPr lang="en-US" sz="2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Thanh 2</a:t>
                      </a:r>
                      <a:endParaRPr lang="en-US" sz="2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68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CA533EA-C7E7-43B2-B993-7792290301B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306A6C2-DA7D-46AD-9458-44E652B00BB9}"/>
              </a:ext>
            </a:extLst>
          </p:cNvPr>
          <p:cNvSpPr/>
          <p:nvPr/>
        </p:nvSpPr>
        <p:spPr>
          <a:xfrm>
            <a:off x="1" y="0"/>
            <a:ext cx="12191999" cy="6908800"/>
          </a:xfrm>
          <a:prstGeom prst="rect">
            <a:avLst/>
          </a:prstGeom>
          <a:solidFill>
            <a:schemeClr val="tx1">
              <a:lumMod val="85000"/>
              <a:lumOff val="1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2894693" y="215342"/>
            <a:ext cx="6216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Bảng ngữ âm cơ bản 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050977" y="1112292"/>
            <a:ext cx="3970283" cy="4472379"/>
            <a:chOff x="2792937" y="375314"/>
            <a:chExt cx="3970283" cy="4472379"/>
          </a:xfrm>
        </p:grpSpPr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92937" y="375314"/>
              <a:ext cx="3970283" cy="3916847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3665870" y="4476827"/>
              <a:ext cx="2224415" cy="3708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FontTx/>
                <a:buNone/>
              </a:pPr>
              <a:r>
                <a:rPr lang="vi-VN" kern="1200" dirty="0">
                  <a:solidFill>
                    <a:srgbClr val="FFFF00"/>
                  </a:solidFill>
                  <a:latin typeface="Arial" panose="020B0604020202020204" pitchFamily="34" charset="0"/>
                  <a:ea typeface="+mn-ea"/>
                  <a:cs typeface="+mn-cs"/>
                </a:rPr>
                <a:t>Vận mẫu</a:t>
              </a:r>
              <a:r>
                <a:rPr lang="en-US" kern="1200" dirty="0">
                  <a:solidFill>
                    <a:srgbClr val="FFFF00"/>
                  </a:solidFill>
                  <a:latin typeface="Arial" panose="020B0604020202020204" pitchFamily="34" charset="0"/>
                  <a:ea typeface="+mn-ea"/>
                  <a:cs typeface="+mn-cs"/>
                </a:rPr>
                <a:t> (35)</a:t>
              </a:r>
              <a:r>
                <a:rPr lang="vi-VN" kern="1200" dirty="0">
                  <a:solidFill>
                    <a:srgbClr val="FFFF00"/>
                  </a:solidFill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endParaRPr lang="en-US" kern="1200" dirty="0">
                <a:solidFill>
                  <a:srgbClr val="FFFF00"/>
                </a:solidFill>
                <a:latin typeface="等线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268296" y="2091527"/>
            <a:ext cx="3676667" cy="2545306"/>
            <a:chOff x="3066930" y="2415618"/>
            <a:chExt cx="3676667" cy="2545306"/>
          </a:xfrm>
        </p:grpSpPr>
        <p:pic>
          <p:nvPicPr>
            <p:cNvPr id="25" name="Picture 2" descr="Bài 4: Hệ thống Thanh điệu trong tiếng Trung ⇒by tiếng Trung Chinese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002" t="5089" r="9593" b="7284"/>
            <a:stretch/>
          </p:blipFill>
          <p:spPr bwMode="auto">
            <a:xfrm>
              <a:off x="3066930" y="2415618"/>
              <a:ext cx="3676667" cy="20672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TextBox 25"/>
            <p:cNvSpPr txBox="1"/>
            <p:nvPr/>
          </p:nvSpPr>
          <p:spPr>
            <a:xfrm>
              <a:off x="4034408" y="4583407"/>
              <a:ext cx="1879047" cy="377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FontTx/>
                <a:buNone/>
              </a:pPr>
              <a:r>
                <a:rPr lang="vi-VN" kern="1200" dirty="0">
                  <a:solidFill>
                    <a:srgbClr val="FFFF00"/>
                  </a:solidFill>
                  <a:latin typeface="Arial" panose="020B0604020202020204" pitchFamily="34" charset="0"/>
                  <a:ea typeface="+mn-ea"/>
                  <a:cs typeface="+mn-cs"/>
                </a:rPr>
                <a:t>Thanh điệu (4)</a:t>
              </a:r>
              <a:endParaRPr lang="en-US" kern="1200" dirty="0">
                <a:solidFill>
                  <a:srgbClr val="FFFF00"/>
                </a:solidFill>
                <a:latin typeface="等线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677922" y="1444881"/>
            <a:ext cx="3104266" cy="3746671"/>
            <a:chOff x="-567818" y="490686"/>
            <a:chExt cx="3104266" cy="3746671"/>
          </a:xfrm>
        </p:grpSpPr>
        <p:sp>
          <p:nvSpPr>
            <p:cNvPr id="28" name="TextBox 27"/>
            <p:cNvSpPr txBox="1"/>
            <p:nvPr/>
          </p:nvSpPr>
          <p:spPr>
            <a:xfrm>
              <a:off x="-280923" y="3868025"/>
              <a:ext cx="22157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FontTx/>
                <a:buNone/>
              </a:pPr>
              <a:r>
                <a:rPr lang="vi-VN" kern="1200" dirty="0">
                  <a:solidFill>
                    <a:srgbClr val="FFFF00"/>
                  </a:solidFill>
                  <a:latin typeface="Arial" panose="020B0604020202020204" pitchFamily="34" charset="0"/>
                  <a:ea typeface="+mn-ea"/>
                  <a:cs typeface="+mn-cs"/>
                </a:rPr>
                <a:t>Thanh mẫu</a:t>
              </a:r>
              <a:r>
                <a:rPr lang="en-US" kern="1200" dirty="0">
                  <a:solidFill>
                    <a:srgbClr val="FFFF00"/>
                  </a:solidFill>
                  <a:latin typeface="Arial" panose="020B0604020202020204" pitchFamily="34" charset="0"/>
                  <a:ea typeface="+mn-ea"/>
                  <a:cs typeface="+mn-cs"/>
                </a:rPr>
                <a:t> (23)</a:t>
              </a:r>
              <a:r>
                <a:rPr lang="vi-VN" kern="1200" dirty="0">
                  <a:solidFill>
                    <a:srgbClr val="FFFF00"/>
                  </a:solidFill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endParaRPr lang="en-US" kern="1200" dirty="0">
                <a:solidFill>
                  <a:srgbClr val="FFFF00"/>
                </a:solidFill>
                <a:latin typeface="等线" panose="020F0502020204030204"/>
                <a:ea typeface="+mn-ea"/>
                <a:cs typeface="+mn-cs"/>
              </a:endParaRPr>
            </a:p>
          </p:txBody>
        </p:sp>
        <p:pic>
          <p:nvPicPr>
            <p:cNvPr id="29" name="Picture 28"/>
            <p:cNvPicPr>
              <a:picLocks noChangeAspect="1"/>
            </p:cNvPicPr>
            <p:nvPr/>
          </p:nvPicPr>
          <p:blipFill rotWithShape="1">
            <a:blip r:embed="rId5"/>
            <a:srcRect l="1314"/>
            <a:stretch/>
          </p:blipFill>
          <p:spPr>
            <a:xfrm>
              <a:off x="-567818" y="490686"/>
              <a:ext cx="3104266" cy="31919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5109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2">
            <a:extLst>
              <a:ext uri="{FF2B5EF4-FFF2-40B4-BE49-F238E27FC236}">
                <a16:creationId xmlns:a16="http://schemas.microsoft.com/office/drawing/2014/main" id="{9CA533EA-C7E7-43B2-B993-7792290301B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21289" y="244658"/>
            <a:ext cx="70944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dirty="0">
                <a:solidFill>
                  <a:schemeClr val="bg1"/>
                </a:solidFill>
              </a:rPr>
              <a:t>Bảng tổng hợp </a:t>
            </a:r>
          </a:p>
          <a:p>
            <a:pPr algn="ctr"/>
            <a:r>
              <a:rPr lang="vi-VN" sz="2800" dirty="0">
                <a:solidFill>
                  <a:schemeClr val="bg1"/>
                </a:solidFill>
              </a:rPr>
              <a:t>Thanh mẫu và Vận mẫu trong tiếng Trung</a:t>
            </a:r>
            <a:endParaRPr lang="en-US" sz="2800" dirty="0">
              <a:solidFill>
                <a:schemeClr val="bg1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3883388" y="1335530"/>
            <a:ext cx="3970283" cy="4472379"/>
            <a:chOff x="2792937" y="375314"/>
            <a:chExt cx="3970283" cy="4472379"/>
          </a:xfrm>
        </p:grpSpPr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92937" y="375314"/>
              <a:ext cx="3970283" cy="3916847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665870" y="4476827"/>
              <a:ext cx="2224415" cy="3708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FontTx/>
                <a:buNone/>
              </a:pPr>
              <a:r>
                <a:rPr lang="vi-VN" kern="1200" dirty="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+mn-cs"/>
                </a:rPr>
                <a:t>Vận mẫu</a:t>
              </a:r>
              <a:r>
                <a:rPr lang="en-US" kern="1200" dirty="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+mn-cs"/>
                </a:rPr>
                <a:t> (35)</a:t>
              </a:r>
              <a:r>
                <a:rPr lang="vi-VN" kern="1200" dirty="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endParaRPr lang="en-US" kern="1200" dirty="0">
                <a:solidFill>
                  <a:schemeClr val="bg1"/>
                </a:solidFill>
                <a:latin typeface="等线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8200978" y="2349579"/>
            <a:ext cx="3676667" cy="2545306"/>
            <a:chOff x="3066930" y="2415618"/>
            <a:chExt cx="3676667" cy="2545306"/>
          </a:xfrm>
        </p:grpSpPr>
        <p:pic>
          <p:nvPicPr>
            <p:cNvPr id="29" name="Picture 2" descr="Bài 4: Hệ thống Thanh điệu trong tiếng Trung ⇒by tiếng Trung Chinese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002" t="5089" r="9593" b="7284"/>
            <a:stretch/>
          </p:blipFill>
          <p:spPr bwMode="auto">
            <a:xfrm>
              <a:off x="3066930" y="2415618"/>
              <a:ext cx="3676667" cy="20672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Box 29"/>
            <p:cNvSpPr txBox="1"/>
            <p:nvPr/>
          </p:nvSpPr>
          <p:spPr>
            <a:xfrm>
              <a:off x="4034408" y="4583407"/>
              <a:ext cx="1879047" cy="377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FontTx/>
                <a:buNone/>
              </a:pPr>
              <a:r>
                <a:rPr lang="vi-VN" kern="1200" dirty="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+mn-cs"/>
                </a:rPr>
                <a:t>Thanh điệu (4)</a:t>
              </a:r>
              <a:endParaRPr lang="en-US" kern="1200" dirty="0">
                <a:solidFill>
                  <a:schemeClr val="bg1"/>
                </a:solidFill>
                <a:latin typeface="等线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610604" y="1702933"/>
            <a:ext cx="3104266" cy="3746671"/>
            <a:chOff x="-567818" y="490686"/>
            <a:chExt cx="3104266" cy="3746671"/>
          </a:xfrm>
        </p:grpSpPr>
        <p:sp>
          <p:nvSpPr>
            <p:cNvPr id="32" name="TextBox 31"/>
            <p:cNvSpPr txBox="1"/>
            <p:nvPr/>
          </p:nvSpPr>
          <p:spPr>
            <a:xfrm>
              <a:off x="-280923" y="3868025"/>
              <a:ext cx="22157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FontTx/>
                <a:buNone/>
              </a:pPr>
              <a:r>
                <a:rPr lang="vi-VN" kern="1200" dirty="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+mn-cs"/>
                </a:rPr>
                <a:t>Thanh mẫu</a:t>
              </a:r>
              <a:r>
                <a:rPr lang="en-US" kern="1200" dirty="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+mn-cs"/>
                </a:rPr>
                <a:t> (23)</a:t>
              </a:r>
              <a:r>
                <a:rPr lang="vi-VN" kern="1200" dirty="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endParaRPr lang="en-US" kern="1200" dirty="0">
                <a:solidFill>
                  <a:schemeClr val="bg1"/>
                </a:solidFill>
                <a:latin typeface="等线" panose="020F0502020204030204"/>
                <a:ea typeface="+mn-ea"/>
                <a:cs typeface="+mn-cs"/>
              </a:endParaRPr>
            </a:p>
          </p:txBody>
        </p:sp>
        <p:pic>
          <p:nvPicPr>
            <p:cNvPr id="33" name="Picture 32"/>
            <p:cNvPicPr>
              <a:picLocks noChangeAspect="1"/>
            </p:cNvPicPr>
            <p:nvPr/>
          </p:nvPicPr>
          <p:blipFill rotWithShape="1">
            <a:blip r:embed="rId6"/>
            <a:srcRect l="1314"/>
            <a:stretch/>
          </p:blipFill>
          <p:spPr>
            <a:xfrm>
              <a:off x="-567818" y="490686"/>
              <a:ext cx="3104266" cy="3191952"/>
            </a:xfrm>
            <a:prstGeom prst="rect">
              <a:avLst/>
            </a:prstGeom>
          </p:spPr>
        </p:pic>
      </p:grpSp>
      <p:sp>
        <p:nvSpPr>
          <p:cNvPr id="3" name="Rectangle 2"/>
          <p:cNvSpPr/>
          <p:nvPr/>
        </p:nvSpPr>
        <p:spPr>
          <a:xfrm>
            <a:off x="665628" y="2680194"/>
            <a:ext cx="2225490" cy="3789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665628" y="1775012"/>
            <a:ext cx="2985247" cy="4010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665628" y="2238447"/>
            <a:ext cx="2985247" cy="3164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999727" y="1775012"/>
            <a:ext cx="1802679" cy="3294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3953224" y="1383432"/>
            <a:ext cx="3846069" cy="3195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998183" y="2175538"/>
            <a:ext cx="486824" cy="3294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414844" y="2389525"/>
            <a:ext cx="3035327" cy="3469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10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1" presetClass="entr" presetSubtype="1" repeatCount="3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1" presetClass="entr" presetSubtype="1" repeatCount="3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1" repeatCount="3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1" presetClass="entr" presetSubtype="1" repeatCount="3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1" presetClass="entr" presetSubtype="1" repeatCount="3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1" presetClass="entr" presetSubtype="1" repeatCount="3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1" presetClass="entr" presetSubtype="1" repeatCount="3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animBg="1"/>
      <p:bldP spid="34" grpId="0" animBg="1"/>
      <p:bldP spid="35" grpId="0" animBg="1"/>
      <p:bldP spid="36" grpId="0" animBg="1"/>
      <p:bldP spid="3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C510419-EB0F-4572-A69A-84A7070532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12894"/>
            <a:ext cx="12192000" cy="4545106"/>
          </a:xfrm>
          <a:prstGeom prst="rect">
            <a:avLst/>
          </a:prstGeom>
        </p:spPr>
      </p:pic>
      <p:grpSp>
        <p:nvGrpSpPr>
          <p:cNvPr id="39" name="组合 38">
            <a:extLst>
              <a:ext uri="{FF2B5EF4-FFF2-40B4-BE49-F238E27FC236}">
                <a16:creationId xmlns:a16="http://schemas.microsoft.com/office/drawing/2014/main" id="{581714C1-B854-4104-9B8E-872B555FB794}"/>
              </a:ext>
            </a:extLst>
          </p:cNvPr>
          <p:cNvGrpSpPr/>
          <p:nvPr/>
        </p:nvGrpSpPr>
        <p:grpSpPr>
          <a:xfrm>
            <a:off x="170825" y="1653111"/>
            <a:ext cx="2464800" cy="973682"/>
            <a:chOff x="900598" y="1457170"/>
            <a:chExt cx="2464800" cy="97368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63A1005-2295-483B-B99F-863D58D1F92D}"/>
                </a:ext>
              </a:extLst>
            </p:cNvPr>
            <p:cNvSpPr txBox="1"/>
            <p:nvPr/>
          </p:nvSpPr>
          <p:spPr>
            <a:xfrm>
              <a:off x="2149214" y="1528512"/>
              <a:ext cx="1216184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vi-VN" altLang="zh-CN" sz="5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b</a:t>
              </a:r>
              <a:endPara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BB265077-F2E0-4265-842C-4BA5297C9DB5}"/>
                </a:ext>
              </a:extLst>
            </p:cNvPr>
            <p:cNvSpPr/>
            <p:nvPr/>
          </p:nvSpPr>
          <p:spPr>
            <a:xfrm>
              <a:off x="2178490" y="1457170"/>
              <a:ext cx="1186908" cy="973682"/>
            </a:xfrm>
            <a:prstGeom prst="roundRect">
              <a:avLst>
                <a:gd name="adj" fmla="val 12540"/>
              </a:avLst>
            </a:prstGeom>
            <a:noFill/>
            <a:ln w="25400">
              <a:solidFill>
                <a:srgbClr val="9F7B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CA57289D-B7F1-48C3-BE8A-6C3FF26A90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0598" y="1457588"/>
              <a:ext cx="1001743" cy="972847"/>
            </a:xfrm>
            <a:prstGeom prst="rect">
              <a:avLst/>
            </a:prstGeom>
          </p:spPr>
        </p:pic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5CEE5E2E-D2FB-4EF3-B1B2-9D961D9E97B3}"/>
              </a:ext>
            </a:extLst>
          </p:cNvPr>
          <p:cNvGrpSpPr/>
          <p:nvPr/>
        </p:nvGrpSpPr>
        <p:grpSpPr>
          <a:xfrm>
            <a:off x="3188138" y="1635731"/>
            <a:ext cx="2399768" cy="990645"/>
            <a:chOff x="4349262" y="1422355"/>
            <a:chExt cx="2399768" cy="990645"/>
          </a:xfrm>
        </p:grpSpPr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85A24BA5-32C2-40DA-A1F9-92906EC5A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49262" y="1457170"/>
              <a:ext cx="984219" cy="955830"/>
            </a:xfrm>
            <a:prstGeom prst="rect">
              <a:avLst/>
            </a:prstGeom>
          </p:spPr>
        </p:pic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7D2FF5B2-70AD-4762-A4C0-EDD4B8EFA2A5}"/>
                </a:ext>
              </a:extLst>
            </p:cNvPr>
            <p:cNvSpPr txBox="1"/>
            <p:nvPr/>
          </p:nvSpPr>
          <p:spPr>
            <a:xfrm>
              <a:off x="5924440" y="1439735"/>
              <a:ext cx="716615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vi-VN" altLang="zh-CN" sz="5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</a:t>
              </a:r>
              <a:endPara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5F84F5D8-CC5C-4B12-AD49-BABA9FAA72CC}"/>
                </a:ext>
              </a:extLst>
            </p:cNvPr>
            <p:cNvSpPr/>
            <p:nvPr/>
          </p:nvSpPr>
          <p:spPr>
            <a:xfrm>
              <a:off x="5594864" y="1422355"/>
              <a:ext cx="1154166" cy="973682"/>
            </a:xfrm>
            <a:prstGeom prst="roundRect">
              <a:avLst>
                <a:gd name="adj" fmla="val 12540"/>
              </a:avLst>
            </a:prstGeom>
            <a:noFill/>
            <a:ln w="25400">
              <a:solidFill>
                <a:srgbClr val="9F7B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33BA18FA-8297-4162-B5BB-6DA8EDA5743F}"/>
              </a:ext>
            </a:extLst>
          </p:cNvPr>
          <p:cNvGrpSpPr/>
          <p:nvPr/>
        </p:nvGrpSpPr>
        <p:grpSpPr>
          <a:xfrm>
            <a:off x="6096000" y="1615543"/>
            <a:ext cx="2362200" cy="1010833"/>
            <a:chOff x="7738157" y="1419602"/>
            <a:chExt cx="2362200" cy="1010833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753E47E9-59A1-4B23-912C-98C6F18F66B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738157" y="1457170"/>
              <a:ext cx="992349" cy="973265"/>
            </a:xfrm>
            <a:prstGeom prst="rect">
              <a:avLst/>
            </a:prstGeom>
          </p:spPr>
        </p:pic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7F6EAFE-2674-4F97-B609-3A7FD30DF52B}"/>
                </a:ext>
              </a:extLst>
            </p:cNvPr>
            <p:cNvSpPr txBox="1"/>
            <p:nvPr/>
          </p:nvSpPr>
          <p:spPr>
            <a:xfrm>
              <a:off x="9004944" y="1474605"/>
              <a:ext cx="1071115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vi-VN" altLang="zh-CN" sz="5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</a:t>
              </a:r>
              <a:endPara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41F51714-1E42-461F-B43A-B844CFC1A995}"/>
                </a:ext>
              </a:extLst>
            </p:cNvPr>
            <p:cNvSpPr/>
            <p:nvPr/>
          </p:nvSpPr>
          <p:spPr>
            <a:xfrm>
              <a:off x="9008948" y="1419602"/>
              <a:ext cx="1091409" cy="973682"/>
            </a:xfrm>
            <a:prstGeom prst="roundRect">
              <a:avLst>
                <a:gd name="adj" fmla="val 12540"/>
              </a:avLst>
            </a:prstGeom>
            <a:noFill/>
            <a:ln w="25400">
              <a:solidFill>
                <a:srgbClr val="9F7B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551329" y="251901"/>
            <a:ext cx="503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vi-VN" sz="2800" b="1" dirty="0"/>
              <a:t>Thanh mẫu:</a:t>
            </a:r>
          </a:p>
        </p:txBody>
      </p:sp>
      <p:pic>
        <p:nvPicPr>
          <p:cNvPr id="16" name="bài 1 ngữ âm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7081" end="282348.5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693774" y="381631"/>
            <a:ext cx="609600" cy="609600"/>
          </a:xfrm>
          <a:prstGeom prst="rect">
            <a:avLst/>
          </a:prstGeom>
        </p:spPr>
      </p:pic>
      <p:grpSp>
        <p:nvGrpSpPr>
          <p:cNvPr id="17" name="组合 38">
            <a:extLst>
              <a:ext uri="{FF2B5EF4-FFF2-40B4-BE49-F238E27FC236}">
                <a16:creationId xmlns:a16="http://schemas.microsoft.com/office/drawing/2014/main" id="{581714C1-B854-4104-9B8E-872B555FB794}"/>
              </a:ext>
            </a:extLst>
          </p:cNvPr>
          <p:cNvGrpSpPr/>
          <p:nvPr/>
        </p:nvGrpSpPr>
        <p:grpSpPr>
          <a:xfrm>
            <a:off x="9292414" y="1637627"/>
            <a:ext cx="2464800" cy="973682"/>
            <a:chOff x="900598" y="1457170"/>
            <a:chExt cx="2464800" cy="973682"/>
          </a:xfrm>
        </p:grpSpPr>
        <p:sp>
          <p:nvSpPr>
            <p:cNvPr id="18" name="文本框 7">
              <a:extLst>
                <a:ext uri="{FF2B5EF4-FFF2-40B4-BE49-F238E27FC236}">
                  <a16:creationId xmlns:a16="http://schemas.microsoft.com/office/drawing/2014/main" id="{C63A1005-2295-483B-B99F-863D58D1F92D}"/>
                </a:ext>
              </a:extLst>
            </p:cNvPr>
            <p:cNvSpPr txBox="1"/>
            <p:nvPr/>
          </p:nvSpPr>
          <p:spPr>
            <a:xfrm>
              <a:off x="2149214" y="1528512"/>
              <a:ext cx="1216184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vi-VN" altLang="zh-CN" sz="5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f</a:t>
              </a:r>
              <a:endPara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9" name="矩形: 圆角 27">
              <a:extLst>
                <a:ext uri="{FF2B5EF4-FFF2-40B4-BE49-F238E27FC236}">
                  <a16:creationId xmlns:a16="http://schemas.microsoft.com/office/drawing/2014/main" id="{BB265077-F2E0-4265-842C-4BA5297C9DB5}"/>
                </a:ext>
              </a:extLst>
            </p:cNvPr>
            <p:cNvSpPr/>
            <p:nvPr/>
          </p:nvSpPr>
          <p:spPr>
            <a:xfrm>
              <a:off x="2178490" y="1457170"/>
              <a:ext cx="1186908" cy="973682"/>
            </a:xfrm>
            <a:prstGeom prst="roundRect">
              <a:avLst>
                <a:gd name="adj" fmla="val 12540"/>
              </a:avLst>
            </a:prstGeom>
            <a:noFill/>
            <a:ln w="25400">
              <a:solidFill>
                <a:srgbClr val="9F7B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0" name="图片 29">
              <a:extLst>
                <a:ext uri="{FF2B5EF4-FFF2-40B4-BE49-F238E27FC236}">
                  <a16:creationId xmlns:a16="http://schemas.microsoft.com/office/drawing/2014/main" id="{CA57289D-B7F1-48C3-BE8A-6C3FF26A90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0598" y="1457588"/>
              <a:ext cx="1001743" cy="972847"/>
            </a:xfrm>
            <a:prstGeom prst="rect">
              <a:avLst/>
            </a:prstGeom>
          </p:spPr>
        </p:pic>
      </p:grpSp>
      <p:sp>
        <p:nvSpPr>
          <p:cNvPr id="4" name="Rectangle 3"/>
          <p:cNvSpPr/>
          <p:nvPr/>
        </p:nvSpPr>
        <p:spPr>
          <a:xfrm>
            <a:off x="391243" y="845364"/>
            <a:ext cx="49071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vi-V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vi-V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Âm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hai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môi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&amp; </a:t>
            </a:r>
            <a:r>
              <a:rPr lang="en-US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Âm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răng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môi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21914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34" presetClass="emph" presetSubtype="0" fill="hold" grpId="0" nodeType="withEffect">
                                  <p:stCondLst>
                                    <p:cond delay="1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9" dur="375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0" dur="18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1" dur="188" fill="hold">
                                          <p:stCondLst>
                                            <p:cond delay="18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188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3" dur="188" fill="hold">
                                          <p:stCondLst>
                                            <p:cond delay="563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35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85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35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85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8" dur="7844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audio>
              <p:cMediaNode vol="80000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  <p:bldLst>
      <p:bldP spid="2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C510419-EB0F-4572-A69A-84A7070532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12894"/>
            <a:ext cx="12192000" cy="4545106"/>
          </a:xfrm>
          <a:prstGeom prst="rect">
            <a:avLst/>
          </a:prstGeom>
        </p:spPr>
      </p:pic>
      <p:grpSp>
        <p:nvGrpSpPr>
          <p:cNvPr id="39" name="组合 38">
            <a:extLst>
              <a:ext uri="{FF2B5EF4-FFF2-40B4-BE49-F238E27FC236}">
                <a16:creationId xmlns:a16="http://schemas.microsoft.com/office/drawing/2014/main" id="{581714C1-B854-4104-9B8E-872B555FB794}"/>
              </a:ext>
            </a:extLst>
          </p:cNvPr>
          <p:cNvGrpSpPr/>
          <p:nvPr/>
        </p:nvGrpSpPr>
        <p:grpSpPr>
          <a:xfrm>
            <a:off x="170825" y="1653111"/>
            <a:ext cx="2464800" cy="973682"/>
            <a:chOff x="900598" y="1457170"/>
            <a:chExt cx="2464800" cy="97368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63A1005-2295-483B-B99F-863D58D1F92D}"/>
                </a:ext>
              </a:extLst>
            </p:cNvPr>
            <p:cNvSpPr txBox="1"/>
            <p:nvPr/>
          </p:nvSpPr>
          <p:spPr>
            <a:xfrm>
              <a:off x="2149214" y="1528512"/>
              <a:ext cx="1216184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vi-VN" altLang="zh-CN" sz="5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d</a:t>
              </a:r>
              <a:endPara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BB265077-F2E0-4265-842C-4BA5297C9DB5}"/>
                </a:ext>
              </a:extLst>
            </p:cNvPr>
            <p:cNvSpPr/>
            <p:nvPr/>
          </p:nvSpPr>
          <p:spPr>
            <a:xfrm>
              <a:off x="2178490" y="1457170"/>
              <a:ext cx="1186908" cy="973682"/>
            </a:xfrm>
            <a:prstGeom prst="roundRect">
              <a:avLst>
                <a:gd name="adj" fmla="val 12540"/>
              </a:avLst>
            </a:prstGeom>
            <a:noFill/>
            <a:ln w="25400">
              <a:solidFill>
                <a:srgbClr val="9F7B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CA57289D-B7F1-48C3-BE8A-6C3FF26A90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0598" y="1457588"/>
              <a:ext cx="1001743" cy="972847"/>
            </a:xfrm>
            <a:prstGeom prst="rect">
              <a:avLst/>
            </a:prstGeom>
          </p:spPr>
        </p:pic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5CEE5E2E-D2FB-4EF3-B1B2-9D961D9E97B3}"/>
              </a:ext>
            </a:extLst>
          </p:cNvPr>
          <p:cNvGrpSpPr/>
          <p:nvPr/>
        </p:nvGrpSpPr>
        <p:grpSpPr>
          <a:xfrm>
            <a:off x="3188138" y="1635731"/>
            <a:ext cx="2399768" cy="990645"/>
            <a:chOff x="4349262" y="1422355"/>
            <a:chExt cx="2399768" cy="990645"/>
          </a:xfrm>
        </p:grpSpPr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85A24BA5-32C2-40DA-A1F9-92906EC5A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49262" y="1457170"/>
              <a:ext cx="984219" cy="955830"/>
            </a:xfrm>
            <a:prstGeom prst="rect">
              <a:avLst/>
            </a:prstGeom>
          </p:spPr>
        </p:pic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7D2FF5B2-70AD-4762-A4C0-EDD4B8EFA2A5}"/>
                </a:ext>
              </a:extLst>
            </p:cNvPr>
            <p:cNvSpPr txBox="1"/>
            <p:nvPr/>
          </p:nvSpPr>
          <p:spPr>
            <a:xfrm>
              <a:off x="5924440" y="1439735"/>
              <a:ext cx="716615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vi-VN" altLang="zh-CN" sz="5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t</a:t>
              </a:r>
              <a:endPara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5F84F5D8-CC5C-4B12-AD49-BABA9FAA72CC}"/>
                </a:ext>
              </a:extLst>
            </p:cNvPr>
            <p:cNvSpPr/>
            <p:nvPr/>
          </p:nvSpPr>
          <p:spPr>
            <a:xfrm>
              <a:off x="5594864" y="1422355"/>
              <a:ext cx="1154166" cy="973682"/>
            </a:xfrm>
            <a:prstGeom prst="roundRect">
              <a:avLst>
                <a:gd name="adj" fmla="val 12540"/>
              </a:avLst>
            </a:prstGeom>
            <a:noFill/>
            <a:ln w="25400">
              <a:solidFill>
                <a:srgbClr val="9F7B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33BA18FA-8297-4162-B5BB-6DA8EDA5743F}"/>
              </a:ext>
            </a:extLst>
          </p:cNvPr>
          <p:cNvGrpSpPr/>
          <p:nvPr/>
        </p:nvGrpSpPr>
        <p:grpSpPr>
          <a:xfrm>
            <a:off x="6096000" y="1615543"/>
            <a:ext cx="2362200" cy="1010833"/>
            <a:chOff x="7738157" y="1419602"/>
            <a:chExt cx="2362200" cy="1010833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753E47E9-59A1-4B23-912C-98C6F18F66B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738157" y="1457170"/>
              <a:ext cx="992349" cy="973265"/>
            </a:xfrm>
            <a:prstGeom prst="rect">
              <a:avLst/>
            </a:prstGeom>
          </p:spPr>
        </p:pic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7F6EAFE-2674-4F97-B609-3A7FD30DF52B}"/>
                </a:ext>
              </a:extLst>
            </p:cNvPr>
            <p:cNvSpPr txBox="1"/>
            <p:nvPr/>
          </p:nvSpPr>
          <p:spPr>
            <a:xfrm>
              <a:off x="9004944" y="1474605"/>
              <a:ext cx="1071115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vi-VN" altLang="zh-CN" sz="5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n</a:t>
              </a:r>
              <a:endPara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41F51714-1E42-461F-B43A-B844CFC1A995}"/>
                </a:ext>
              </a:extLst>
            </p:cNvPr>
            <p:cNvSpPr/>
            <p:nvPr/>
          </p:nvSpPr>
          <p:spPr>
            <a:xfrm>
              <a:off x="9008948" y="1419602"/>
              <a:ext cx="1091409" cy="973682"/>
            </a:xfrm>
            <a:prstGeom prst="roundRect">
              <a:avLst>
                <a:gd name="adj" fmla="val 12540"/>
              </a:avLst>
            </a:prstGeom>
            <a:noFill/>
            <a:ln w="25400">
              <a:solidFill>
                <a:srgbClr val="9F7B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551329" y="251901"/>
            <a:ext cx="503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vi-VN" sz="2800" b="1" dirty="0"/>
              <a:t>Thanh mẫu:</a:t>
            </a:r>
          </a:p>
        </p:txBody>
      </p:sp>
      <p:grpSp>
        <p:nvGrpSpPr>
          <p:cNvPr id="17" name="组合 38">
            <a:extLst>
              <a:ext uri="{FF2B5EF4-FFF2-40B4-BE49-F238E27FC236}">
                <a16:creationId xmlns:a16="http://schemas.microsoft.com/office/drawing/2014/main" id="{581714C1-B854-4104-9B8E-872B555FB794}"/>
              </a:ext>
            </a:extLst>
          </p:cNvPr>
          <p:cNvGrpSpPr/>
          <p:nvPr/>
        </p:nvGrpSpPr>
        <p:grpSpPr>
          <a:xfrm>
            <a:off x="9292414" y="1637627"/>
            <a:ext cx="2464800" cy="973682"/>
            <a:chOff x="900598" y="1457170"/>
            <a:chExt cx="2464800" cy="973682"/>
          </a:xfrm>
        </p:grpSpPr>
        <p:sp>
          <p:nvSpPr>
            <p:cNvPr id="18" name="文本框 7">
              <a:extLst>
                <a:ext uri="{FF2B5EF4-FFF2-40B4-BE49-F238E27FC236}">
                  <a16:creationId xmlns:a16="http://schemas.microsoft.com/office/drawing/2014/main" id="{C63A1005-2295-483B-B99F-863D58D1F92D}"/>
                </a:ext>
              </a:extLst>
            </p:cNvPr>
            <p:cNvSpPr txBox="1"/>
            <p:nvPr/>
          </p:nvSpPr>
          <p:spPr>
            <a:xfrm>
              <a:off x="2149214" y="1528512"/>
              <a:ext cx="1216184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vi-VN" altLang="zh-CN" sz="5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l</a:t>
              </a:r>
              <a:endPara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9" name="矩形: 圆角 27">
              <a:extLst>
                <a:ext uri="{FF2B5EF4-FFF2-40B4-BE49-F238E27FC236}">
                  <a16:creationId xmlns:a16="http://schemas.microsoft.com/office/drawing/2014/main" id="{BB265077-F2E0-4265-842C-4BA5297C9DB5}"/>
                </a:ext>
              </a:extLst>
            </p:cNvPr>
            <p:cNvSpPr/>
            <p:nvPr/>
          </p:nvSpPr>
          <p:spPr>
            <a:xfrm>
              <a:off x="2178490" y="1457170"/>
              <a:ext cx="1186908" cy="973682"/>
            </a:xfrm>
            <a:prstGeom prst="roundRect">
              <a:avLst>
                <a:gd name="adj" fmla="val 12540"/>
              </a:avLst>
            </a:prstGeom>
            <a:noFill/>
            <a:ln w="25400">
              <a:solidFill>
                <a:srgbClr val="9F7B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0" name="图片 29">
              <a:extLst>
                <a:ext uri="{FF2B5EF4-FFF2-40B4-BE49-F238E27FC236}">
                  <a16:creationId xmlns:a16="http://schemas.microsoft.com/office/drawing/2014/main" id="{CA57289D-B7F1-48C3-BE8A-6C3FF26A90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0598" y="1457588"/>
              <a:ext cx="1001743" cy="972847"/>
            </a:xfrm>
            <a:prstGeom prst="rect">
              <a:avLst/>
            </a:prstGeom>
          </p:spPr>
        </p:pic>
      </p:grpSp>
      <p:pic>
        <p:nvPicPr>
          <p:cNvPr id="21" name="bài 1 ngữ âm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4162" end="274173.5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121623" y="596408"/>
            <a:ext cx="609600" cy="609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43812" y="901208"/>
            <a:ext cx="3392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vi-V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vi-VN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Âm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vi-V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đầu lưỡi giữa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95617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9" dur="8938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C510419-EB0F-4572-A69A-84A7070532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12894"/>
            <a:ext cx="12192000" cy="4545106"/>
          </a:xfrm>
          <a:prstGeom prst="rect">
            <a:avLst/>
          </a:prstGeom>
        </p:spPr>
      </p:pic>
      <p:grpSp>
        <p:nvGrpSpPr>
          <p:cNvPr id="39" name="组合 38">
            <a:extLst>
              <a:ext uri="{FF2B5EF4-FFF2-40B4-BE49-F238E27FC236}">
                <a16:creationId xmlns:a16="http://schemas.microsoft.com/office/drawing/2014/main" id="{581714C1-B854-4104-9B8E-872B555FB794}"/>
              </a:ext>
            </a:extLst>
          </p:cNvPr>
          <p:cNvGrpSpPr/>
          <p:nvPr/>
        </p:nvGrpSpPr>
        <p:grpSpPr>
          <a:xfrm>
            <a:off x="170825" y="1653111"/>
            <a:ext cx="2464800" cy="973682"/>
            <a:chOff x="900598" y="1457170"/>
            <a:chExt cx="2464800" cy="97368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63A1005-2295-483B-B99F-863D58D1F92D}"/>
                </a:ext>
              </a:extLst>
            </p:cNvPr>
            <p:cNvSpPr txBox="1"/>
            <p:nvPr/>
          </p:nvSpPr>
          <p:spPr>
            <a:xfrm>
              <a:off x="2149214" y="1528512"/>
              <a:ext cx="1216184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vi-VN" altLang="zh-CN" sz="5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g</a:t>
              </a:r>
              <a:endPara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BB265077-F2E0-4265-842C-4BA5297C9DB5}"/>
                </a:ext>
              </a:extLst>
            </p:cNvPr>
            <p:cNvSpPr/>
            <p:nvPr/>
          </p:nvSpPr>
          <p:spPr>
            <a:xfrm>
              <a:off x="2178490" y="1457170"/>
              <a:ext cx="1186908" cy="973682"/>
            </a:xfrm>
            <a:prstGeom prst="roundRect">
              <a:avLst>
                <a:gd name="adj" fmla="val 12540"/>
              </a:avLst>
            </a:prstGeom>
            <a:noFill/>
            <a:ln w="25400">
              <a:solidFill>
                <a:srgbClr val="9F7B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CA57289D-B7F1-48C3-BE8A-6C3FF26A90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0598" y="1457588"/>
              <a:ext cx="1001743" cy="972847"/>
            </a:xfrm>
            <a:prstGeom prst="rect">
              <a:avLst/>
            </a:prstGeom>
          </p:spPr>
        </p:pic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5CEE5E2E-D2FB-4EF3-B1B2-9D961D9E97B3}"/>
              </a:ext>
            </a:extLst>
          </p:cNvPr>
          <p:cNvGrpSpPr/>
          <p:nvPr/>
        </p:nvGrpSpPr>
        <p:grpSpPr>
          <a:xfrm>
            <a:off x="4433740" y="1673717"/>
            <a:ext cx="2399768" cy="990645"/>
            <a:chOff x="4349262" y="1422355"/>
            <a:chExt cx="2399768" cy="990645"/>
          </a:xfrm>
        </p:grpSpPr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85A24BA5-32C2-40DA-A1F9-92906EC5A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49262" y="1457170"/>
              <a:ext cx="984219" cy="955830"/>
            </a:xfrm>
            <a:prstGeom prst="rect">
              <a:avLst/>
            </a:prstGeom>
          </p:spPr>
        </p:pic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7D2FF5B2-70AD-4762-A4C0-EDD4B8EFA2A5}"/>
                </a:ext>
              </a:extLst>
            </p:cNvPr>
            <p:cNvSpPr txBox="1"/>
            <p:nvPr/>
          </p:nvSpPr>
          <p:spPr>
            <a:xfrm>
              <a:off x="5924440" y="1439735"/>
              <a:ext cx="716615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vi-VN" altLang="zh-CN" sz="5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k</a:t>
              </a:r>
              <a:endPara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5F84F5D8-CC5C-4B12-AD49-BABA9FAA72CC}"/>
                </a:ext>
              </a:extLst>
            </p:cNvPr>
            <p:cNvSpPr/>
            <p:nvPr/>
          </p:nvSpPr>
          <p:spPr>
            <a:xfrm>
              <a:off x="5594864" y="1422355"/>
              <a:ext cx="1154166" cy="973682"/>
            </a:xfrm>
            <a:prstGeom prst="roundRect">
              <a:avLst>
                <a:gd name="adj" fmla="val 12540"/>
              </a:avLst>
            </a:prstGeom>
            <a:noFill/>
            <a:ln w="25400">
              <a:solidFill>
                <a:srgbClr val="9F7B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33BA18FA-8297-4162-B5BB-6DA8EDA5743F}"/>
              </a:ext>
            </a:extLst>
          </p:cNvPr>
          <p:cNvGrpSpPr/>
          <p:nvPr/>
        </p:nvGrpSpPr>
        <p:grpSpPr>
          <a:xfrm>
            <a:off x="8462545" y="1653529"/>
            <a:ext cx="2362200" cy="1010833"/>
            <a:chOff x="7738157" y="1419602"/>
            <a:chExt cx="2362200" cy="1010833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753E47E9-59A1-4B23-912C-98C6F18F66B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738157" y="1457170"/>
              <a:ext cx="992349" cy="973265"/>
            </a:xfrm>
            <a:prstGeom prst="rect">
              <a:avLst/>
            </a:prstGeom>
          </p:spPr>
        </p:pic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7F6EAFE-2674-4F97-B609-3A7FD30DF52B}"/>
                </a:ext>
              </a:extLst>
            </p:cNvPr>
            <p:cNvSpPr txBox="1"/>
            <p:nvPr/>
          </p:nvSpPr>
          <p:spPr>
            <a:xfrm>
              <a:off x="9004944" y="1474605"/>
              <a:ext cx="1071115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vi-VN" altLang="zh-CN" sz="5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h</a:t>
              </a:r>
              <a:endPara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41F51714-1E42-461F-B43A-B844CFC1A995}"/>
                </a:ext>
              </a:extLst>
            </p:cNvPr>
            <p:cNvSpPr/>
            <p:nvPr/>
          </p:nvSpPr>
          <p:spPr>
            <a:xfrm>
              <a:off x="9008948" y="1419602"/>
              <a:ext cx="1091409" cy="973682"/>
            </a:xfrm>
            <a:prstGeom prst="roundRect">
              <a:avLst>
                <a:gd name="adj" fmla="val 12540"/>
              </a:avLst>
            </a:prstGeom>
            <a:noFill/>
            <a:ln w="25400">
              <a:solidFill>
                <a:srgbClr val="9F7B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551329" y="251901"/>
            <a:ext cx="503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vi-VN" sz="2800" dirty="0"/>
              <a:t>Thanh mẫu:</a:t>
            </a:r>
          </a:p>
        </p:txBody>
      </p:sp>
      <p:pic>
        <p:nvPicPr>
          <p:cNvPr id="21" name="bài 1 ngữ âm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23388" end="268210.5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270078" y="382767"/>
            <a:ext cx="609600" cy="609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23" y="759177"/>
            <a:ext cx="29530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vi-V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vi-VN" sz="28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Âm</a:t>
            </a:r>
            <a:r>
              <a:rPr lang="vi-V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cuống lưỡi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95617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5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5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5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3" dur="5685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audio>
              <p:cMediaNode vol="8000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图片 2">
            <a:extLst>
              <a:ext uri="{FF2B5EF4-FFF2-40B4-BE49-F238E27FC236}">
                <a16:creationId xmlns:a16="http://schemas.microsoft.com/office/drawing/2014/main" id="{0C510419-EB0F-4572-A69A-84A7070532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7238"/>
          <a:stretch/>
        </p:blipFill>
        <p:spPr>
          <a:xfrm>
            <a:off x="0" y="5000972"/>
            <a:ext cx="12192000" cy="1943574"/>
          </a:xfrm>
          <a:prstGeom prst="rect">
            <a:avLst/>
          </a:prstGeom>
        </p:spPr>
      </p:pic>
      <p:grpSp>
        <p:nvGrpSpPr>
          <p:cNvPr id="24" name="组合 38">
            <a:extLst>
              <a:ext uri="{FF2B5EF4-FFF2-40B4-BE49-F238E27FC236}">
                <a16:creationId xmlns:a16="http://schemas.microsoft.com/office/drawing/2014/main" id="{581714C1-B854-4104-9B8E-872B555FB794}"/>
              </a:ext>
            </a:extLst>
          </p:cNvPr>
          <p:cNvGrpSpPr/>
          <p:nvPr/>
        </p:nvGrpSpPr>
        <p:grpSpPr>
          <a:xfrm>
            <a:off x="1441880" y="1137008"/>
            <a:ext cx="1216184" cy="973682"/>
            <a:chOff x="2149214" y="1457170"/>
            <a:chExt cx="1216184" cy="973682"/>
          </a:xfrm>
        </p:grpSpPr>
        <p:sp>
          <p:nvSpPr>
            <p:cNvPr id="25" name="文本框 7">
              <a:extLst>
                <a:ext uri="{FF2B5EF4-FFF2-40B4-BE49-F238E27FC236}">
                  <a16:creationId xmlns:a16="http://schemas.microsoft.com/office/drawing/2014/main" id="{C63A1005-2295-483B-B99F-863D58D1F92D}"/>
                </a:ext>
              </a:extLst>
            </p:cNvPr>
            <p:cNvSpPr txBox="1"/>
            <p:nvPr/>
          </p:nvSpPr>
          <p:spPr>
            <a:xfrm>
              <a:off x="2149214" y="1528512"/>
              <a:ext cx="1216184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vi-VN" altLang="zh-CN" sz="5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b</a:t>
              </a:r>
              <a:endPara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6" name="矩形: 圆角 27">
              <a:extLst>
                <a:ext uri="{FF2B5EF4-FFF2-40B4-BE49-F238E27FC236}">
                  <a16:creationId xmlns:a16="http://schemas.microsoft.com/office/drawing/2014/main" id="{BB265077-F2E0-4265-842C-4BA5297C9DB5}"/>
                </a:ext>
              </a:extLst>
            </p:cNvPr>
            <p:cNvSpPr/>
            <p:nvPr/>
          </p:nvSpPr>
          <p:spPr>
            <a:xfrm>
              <a:off x="2178490" y="1457170"/>
              <a:ext cx="1186908" cy="973682"/>
            </a:xfrm>
            <a:prstGeom prst="roundRect">
              <a:avLst>
                <a:gd name="adj" fmla="val 12540"/>
              </a:avLst>
            </a:prstGeom>
            <a:noFill/>
            <a:ln w="25400">
              <a:solidFill>
                <a:srgbClr val="9F7B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39">
            <a:extLst>
              <a:ext uri="{FF2B5EF4-FFF2-40B4-BE49-F238E27FC236}">
                <a16:creationId xmlns:a16="http://schemas.microsoft.com/office/drawing/2014/main" id="{5CEE5E2E-D2FB-4EF3-B1B2-9D961D9E97B3}"/>
              </a:ext>
            </a:extLst>
          </p:cNvPr>
          <p:cNvGrpSpPr/>
          <p:nvPr/>
        </p:nvGrpSpPr>
        <p:grpSpPr>
          <a:xfrm>
            <a:off x="2855553" y="2669143"/>
            <a:ext cx="1154166" cy="973682"/>
            <a:chOff x="5594864" y="1422355"/>
            <a:chExt cx="1154166" cy="973682"/>
          </a:xfrm>
        </p:grpSpPr>
        <p:sp>
          <p:nvSpPr>
            <p:cNvPr id="30" name="文本框 32">
              <a:extLst>
                <a:ext uri="{FF2B5EF4-FFF2-40B4-BE49-F238E27FC236}">
                  <a16:creationId xmlns:a16="http://schemas.microsoft.com/office/drawing/2014/main" id="{7D2FF5B2-70AD-4762-A4C0-EDD4B8EFA2A5}"/>
                </a:ext>
              </a:extLst>
            </p:cNvPr>
            <p:cNvSpPr txBox="1"/>
            <p:nvPr/>
          </p:nvSpPr>
          <p:spPr>
            <a:xfrm>
              <a:off x="5924440" y="1439735"/>
              <a:ext cx="716615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vi-VN" altLang="zh-CN" sz="5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</a:t>
              </a:r>
              <a:endPara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1" name="矩形: 圆角 33">
              <a:extLst>
                <a:ext uri="{FF2B5EF4-FFF2-40B4-BE49-F238E27FC236}">
                  <a16:creationId xmlns:a16="http://schemas.microsoft.com/office/drawing/2014/main" id="{5F84F5D8-CC5C-4B12-AD49-BABA9FAA72CC}"/>
                </a:ext>
              </a:extLst>
            </p:cNvPr>
            <p:cNvSpPr/>
            <p:nvPr/>
          </p:nvSpPr>
          <p:spPr>
            <a:xfrm>
              <a:off x="5594864" y="1422355"/>
              <a:ext cx="1154166" cy="973682"/>
            </a:xfrm>
            <a:prstGeom prst="roundRect">
              <a:avLst>
                <a:gd name="adj" fmla="val 12540"/>
              </a:avLst>
            </a:prstGeom>
            <a:noFill/>
            <a:ln w="25400">
              <a:solidFill>
                <a:srgbClr val="9F7B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40">
            <a:extLst>
              <a:ext uri="{FF2B5EF4-FFF2-40B4-BE49-F238E27FC236}">
                <a16:creationId xmlns:a16="http://schemas.microsoft.com/office/drawing/2014/main" id="{33BA18FA-8297-4162-B5BB-6DA8EDA5743F}"/>
              </a:ext>
            </a:extLst>
          </p:cNvPr>
          <p:cNvGrpSpPr/>
          <p:nvPr/>
        </p:nvGrpSpPr>
        <p:grpSpPr>
          <a:xfrm>
            <a:off x="7385226" y="1099440"/>
            <a:ext cx="1095413" cy="973682"/>
            <a:chOff x="9004944" y="1419602"/>
            <a:chExt cx="1095413" cy="973682"/>
          </a:xfrm>
        </p:grpSpPr>
        <p:sp>
          <p:nvSpPr>
            <p:cNvPr id="34" name="文本框 36">
              <a:extLst>
                <a:ext uri="{FF2B5EF4-FFF2-40B4-BE49-F238E27FC236}">
                  <a16:creationId xmlns:a16="http://schemas.microsoft.com/office/drawing/2014/main" id="{07F6EAFE-2674-4F97-B609-3A7FD30DF52B}"/>
                </a:ext>
              </a:extLst>
            </p:cNvPr>
            <p:cNvSpPr txBox="1"/>
            <p:nvPr/>
          </p:nvSpPr>
          <p:spPr>
            <a:xfrm>
              <a:off x="9004944" y="1474605"/>
              <a:ext cx="1071115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vi-VN" altLang="zh-CN" sz="5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</a:t>
              </a:r>
              <a:endPara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5" name="矩形: 圆角 37">
              <a:extLst>
                <a:ext uri="{FF2B5EF4-FFF2-40B4-BE49-F238E27FC236}">
                  <a16:creationId xmlns:a16="http://schemas.microsoft.com/office/drawing/2014/main" id="{41F51714-1E42-461F-B43A-B844CFC1A995}"/>
                </a:ext>
              </a:extLst>
            </p:cNvPr>
            <p:cNvSpPr/>
            <p:nvPr/>
          </p:nvSpPr>
          <p:spPr>
            <a:xfrm>
              <a:off x="9008948" y="1419602"/>
              <a:ext cx="1091409" cy="973682"/>
            </a:xfrm>
            <a:prstGeom prst="roundRect">
              <a:avLst>
                <a:gd name="adj" fmla="val 12540"/>
              </a:avLst>
            </a:prstGeom>
            <a:noFill/>
            <a:ln w="25400">
              <a:solidFill>
                <a:srgbClr val="9F7B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8">
            <a:extLst>
              <a:ext uri="{FF2B5EF4-FFF2-40B4-BE49-F238E27FC236}">
                <a16:creationId xmlns:a16="http://schemas.microsoft.com/office/drawing/2014/main" id="{581714C1-B854-4104-9B8E-872B555FB794}"/>
              </a:ext>
            </a:extLst>
          </p:cNvPr>
          <p:cNvGrpSpPr/>
          <p:nvPr/>
        </p:nvGrpSpPr>
        <p:grpSpPr>
          <a:xfrm>
            <a:off x="9042756" y="2674867"/>
            <a:ext cx="1216184" cy="973682"/>
            <a:chOff x="2149214" y="1457170"/>
            <a:chExt cx="1216184" cy="973682"/>
          </a:xfrm>
        </p:grpSpPr>
        <p:sp>
          <p:nvSpPr>
            <p:cNvPr id="37" name="文本框 7">
              <a:extLst>
                <a:ext uri="{FF2B5EF4-FFF2-40B4-BE49-F238E27FC236}">
                  <a16:creationId xmlns:a16="http://schemas.microsoft.com/office/drawing/2014/main" id="{C63A1005-2295-483B-B99F-863D58D1F92D}"/>
                </a:ext>
              </a:extLst>
            </p:cNvPr>
            <p:cNvSpPr txBox="1"/>
            <p:nvPr/>
          </p:nvSpPr>
          <p:spPr>
            <a:xfrm>
              <a:off x="2149214" y="1528512"/>
              <a:ext cx="1216184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vi-VN" altLang="zh-CN" sz="5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f</a:t>
              </a:r>
              <a:endPara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8" name="矩形: 圆角 27">
              <a:extLst>
                <a:ext uri="{FF2B5EF4-FFF2-40B4-BE49-F238E27FC236}">
                  <a16:creationId xmlns:a16="http://schemas.microsoft.com/office/drawing/2014/main" id="{BB265077-F2E0-4265-842C-4BA5297C9DB5}"/>
                </a:ext>
              </a:extLst>
            </p:cNvPr>
            <p:cNvSpPr/>
            <p:nvPr/>
          </p:nvSpPr>
          <p:spPr>
            <a:xfrm>
              <a:off x="2178490" y="1457170"/>
              <a:ext cx="1186908" cy="973682"/>
            </a:xfrm>
            <a:prstGeom prst="roundRect">
              <a:avLst>
                <a:gd name="adj" fmla="val 12540"/>
              </a:avLst>
            </a:prstGeom>
            <a:noFill/>
            <a:ln w="25400">
              <a:solidFill>
                <a:srgbClr val="9F7B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3496483" y="240681"/>
            <a:ext cx="503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 dirty="0"/>
              <a:t>Thanh mẫu</a:t>
            </a:r>
          </a:p>
        </p:txBody>
      </p:sp>
      <p:grpSp>
        <p:nvGrpSpPr>
          <p:cNvPr id="41" name="组合 38">
            <a:extLst>
              <a:ext uri="{FF2B5EF4-FFF2-40B4-BE49-F238E27FC236}">
                <a16:creationId xmlns:a16="http://schemas.microsoft.com/office/drawing/2014/main" id="{581714C1-B854-4104-9B8E-872B555FB794}"/>
              </a:ext>
            </a:extLst>
          </p:cNvPr>
          <p:cNvGrpSpPr/>
          <p:nvPr/>
        </p:nvGrpSpPr>
        <p:grpSpPr>
          <a:xfrm>
            <a:off x="4196790" y="1083100"/>
            <a:ext cx="1216184" cy="973682"/>
            <a:chOff x="2149214" y="1457170"/>
            <a:chExt cx="1216184" cy="973682"/>
          </a:xfrm>
        </p:grpSpPr>
        <p:sp>
          <p:nvSpPr>
            <p:cNvPr id="42" name="文本框 7">
              <a:extLst>
                <a:ext uri="{FF2B5EF4-FFF2-40B4-BE49-F238E27FC236}">
                  <a16:creationId xmlns:a16="http://schemas.microsoft.com/office/drawing/2014/main" id="{C63A1005-2295-483B-B99F-863D58D1F92D}"/>
                </a:ext>
              </a:extLst>
            </p:cNvPr>
            <p:cNvSpPr txBox="1"/>
            <p:nvPr/>
          </p:nvSpPr>
          <p:spPr>
            <a:xfrm>
              <a:off x="2149214" y="1528512"/>
              <a:ext cx="1216184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vi-VN" altLang="zh-CN" sz="5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d</a:t>
              </a:r>
              <a:endPara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43" name="矩形: 圆角 27">
              <a:extLst>
                <a:ext uri="{FF2B5EF4-FFF2-40B4-BE49-F238E27FC236}">
                  <a16:creationId xmlns:a16="http://schemas.microsoft.com/office/drawing/2014/main" id="{BB265077-F2E0-4265-842C-4BA5297C9DB5}"/>
                </a:ext>
              </a:extLst>
            </p:cNvPr>
            <p:cNvSpPr/>
            <p:nvPr/>
          </p:nvSpPr>
          <p:spPr>
            <a:xfrm>
              <a:off x="2178490" y="1457170"/>
              <a:ext cx="1186908" cy="973682"/>
            </a:xfrm>
            <a:prstGeom prst="roundRect">
              <a:avLst>
                <a:gd name="adj" fmla="val 12540"/>
              </a:avLst>
            </a:prstGeom>
            <a:noFill/>
            <a:ln w="25400">
              <a:solidFill>
                <a:srgbClr val="9F7B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5" name="组合 39">
            <a:extLst>
              <a:ext uri="{FF2B5EF4-FFF2-40B4-BE49-F238E27FC236}">
                <a16:creationId xmlns:a16="http://schemas.microsoft.com/office/drawing/2014/main" id="{5CEE5E2E-D2FB-4EF3-B1B2-9D961D9E97B3}"/>
              </a:ext>
            </a:extLst>
          </p:cNvPr>
          <p:cNvGrpSpPr/>
          <p:nvPr/>
        </p:nvGrpSpPr>
        <p:grpSpPr>
          <a:xfrm>
            <a:off x="5842027" y="2697141"/>
            <a:ext cx="1154166" cy="973682"/>
            <a:chOff x="5594864" y="1422355"/>
            <a:chExt cx="1154166" cy="973682"/>
          </a:xfrm>
        </p:grpSpPr>
        <p:sp>
          <p:nvSpPr>
            <p:cNvPr id="47" name="文本框 32">
              <a:extLst>
                <a:ext uri="{FF2B5EF4-FFF2-40B4-BE49-F238E27FC236}">
                  <a16:creationId xmlns:a16="http://schemas.microsoft.com/office/drawing/2014/main" id="{7D2FF5B2-70AD-4762-A4C0-EDD4B8EFA2A5}"/>
                </a:ext>
              </a:extLst>
            </p:cNvPr>
            <p:cNvSpPr txBox="1"/>
            <p:nvPr/>
          </p:nvSpPr>
          <p:spPr>
            <a:xfrm>
              <a:off x="5924440" y="1439735"/>
              <a:ext cx="716615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vi-VN" altLang="zh-CN" sz="5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t</a:t>
              </a:r>
              <a:endPara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48" name="矩形: 圆角 33">
              <a:extLst>
                <a:ext uri="{FF2B5EF4-FFF2-40B4-BE49-F238E27FC236}">
                  <a16:creationId xmlns:a16="http://schemas.microsoft.com/office/drawing/2014/main" id="{5F84F5D8-CC5C-4B12-AD49-BABA9FAA72CC}"/>
                </a:ext>
              </a:extLst>
            </p:cNvPr>
            <p:cNvSpPr/>
            <p:nvPr/>
          </p:nvSpPr>
          <p:spPr>
            <a:xfrm>
              <a:off x="5594864" y="1422355"/>
              <a:ext cx="1154166" cy="973682"/>
            </a:xfrm>
            <a:prstGeom prst="roundRect">
              <a:avLst>
                <a:gd name="adj" fmla="val 12540"/>
              </a:avLst>
            </a:prstGeom>
            <a:noFill/>
            <a:ln w="25400">
              <a:solidFill>
                <a:srgbClr val="9F7B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9" name="组合 40">
            <a:extLst>
              <a:ext uri="{FF2B5EF4-FFF2-40B4-BE49-F238E27FC236}">
                <a16:creationId xmlns:a16="http://schemas.microsoft.com/office/drawing/2014/main" id="{33BA18FA-8297-4162-B5BB-6DA8EDA5743F}"/>
              </a:ext>
            </a:extLst>
          </p:cNvPr>
          <p:cNvGrpSpPr/>
          <p:nvPr/>
        </p:nvGrpSpPr>
        <p:grpSpPr>
          <a:xfrm>
            <a:off x="10456895" y="1099440"/>
            <a:ext cx="1095413" cy="973682"/>
            <a:chOff x="9004944" y="1419602"/>
            <a:chExt cx="1095413" cy="973682"/>
          </a:xfrm>
        </p:grpSpPr>
        <p:sp>
          <p:nvSpPr>
            <p:cNvPr id="51" name="文本框 36">
              <a:extLst>
                <a:ext uri="{FF2B5EF4-FFF2-40B4-BE49-F238E27FC236}">
                  <a16:creationId xmlns:a16="http://schemas.microsoft.com/office/drawing/2014/main" id="{07F6EAFE-2674-4F97-B609-3A7FD30DF52B}"/>
                </a:ext>
              </a:extLst>
            </p:cNvPr>
            <p:cNvSpPr txBox="1"/>
            <p:nvPr/>
          </p:nvSpPr>
          <p:spPr>
            <a:xfrm>
              <a:off x="9004944" y="1474605"/>
              <a:ext cx="1071115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vi-VN" altLang="zh-CN" sz="5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n</a:t>
              </a:r>
              <a:endPara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52" name="矩形: 圆角 37">
              <a:extLst>
                <a:ext uri="{FF2B5EF4-FFF2-40B4-BE49-F238E27FC236}">
                  <a16:creationId xmlns:a16="http://schemas.microsoft.com/office/drawing/2014/main" id="{41F51714-1E42-461F-B43A-B844CFC1A995}"/>
                </a:ext>
              </a:extLst>
            </p:cNvPr>
            <p:cNvSpPr/>
            <p:nvPr/>
          </p:nvSpPr>
          <p:spPr>
            <a:xfrm>
              <a:off x="9008948" y="1419602"/>
              <a:ext cx="1091409" cy="973682"/>
            </a:xfrm>
            <a:prstGeom prst="roundRect">
              <a:avLst>
                <a:gd name="adj" fmla="val 12540"/>
              </a:avLst>
            </a:prstGeom>
            <a:noFill/>
            <a:ln w="25400">
              <a:solidFill>
                <a:srgbClr val="9F7B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3" name="组合 38">
            <a:extLst>
              <a:ext uri="{FF2B5EF4-FFF2-40B4-BE49-F238E27FC236}">
                <a16:creationId xmlns:a16="http://schemas.microsoft.com/office/drawing/2014/main" id="{581714C1-B854-4104-9B8E-872B555FB794}"/>
              </a:ext>
            </a:extLst>
          </p:cNvPr>
          <p:cNvGrpSpPr/>
          <p:nvPr/>
        </p:nvGrpSpPr>
        <p:grpSpPr>
          <a:xfrm>
            <a:off x="4196790" y="4452335"/>
            <a:ext cx="1216184" cy="973682"/>
            <a:chOff x="2149214" y="1457170"/>
            <a:chExt cx="1216184" cy="973682"/>
          </a:xfrm>
        </p:grpSpPr>
        <p:sp>
          <p:nvSpPr>
            <p:cNvPr id="54" name="文本框 7">
              <a:extLst>
                <a:ext uri="{FF2B5EF4-FFF2-40B4-BE49-F238E27FC236}">
                  <a16:creationId xmlns:a16="http://schemas.microsoft.com/office/drawing/2014/main" id="{C63A1005-2295-483B-B99F-863D58D1F92D}"/>
                </a:ext>
              </a:extLst>
            </p:cNvPr>
            <p:cNvSpPr txBox="1"/>
            <p:nvPr/>
          </p:nvSpPr>
          <p:spPr>
            <a:xfrm>
              <a:off x="2149214" y="1528512"/>
              <a:ext cx="1216184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vi-VN" altLang="zh-CN" sz="5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l</a:t>
              </a:r>
              <a:endPara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55" name="矩形: 圆角 27">
              <a:extLst>
                <a:ext uri="{FF2B5EF4-FFF2-40B4-BE49-F238E27FC236}">
                  <a16:creationId xmlns:a16="http://schemas.microsoft.com/office/drawing/2014/main" id="{BB265077-F2E0-4265-842C-4BA5297C9DB5}"/>
                </a:ext>
              </a:extLst>
            </p:cNvPr>
            <p:cNvSpPr/>
            <p:nvPr/>
          </p:nvSpPr>
          <p:spPr>
            <a:xfrm>
              <a:off x="2178490" y="1457170"/>
              <a:ext cx="1186908" cy="973682"/>
            </a:xfrm>
            <a:prstGeom prst="roundRect">
              <a:avLst>
                <a:gd name="adj" fmla="val 12540"/>
              </a:avLst>
            </a:prstGeom>
            <a:noFill/>
            <a:ln w="25400">
              <a:solidFill>
                <a:srgbClr val="9F7B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7" name="组合 38">
            <a:extLst>
              <a:ext uri="{FF2B5EF4-FFF2-40B4-BE49-F238E27FC236}">
                <a16:creationId xmlns:a16="http://schemas.microsoft.com/office/drawing/2014/main" id="{581714C1-B854-4104-9B8E-872B555FB794}"/>
              </a:ext>
            </a:extLst>
          </p:cNvPr>
          <p:cNvGrpSpPr/>
          <p:nvPr/>
        </p:nvGrpSpPr>
        <p:grpSpPr>
          <a:xfrm>
            <a:off x="1144561" y="4549425"/>
            <a:ext cx="1216184" cy="973682"/>
            <a:chOff x="2149214" y="1457170"/>
            <a:chExt cx="1216184" cy="973682"/>
          </a:xfrm>
        </p:grpSpPr>
        <p:sp>
          <p:nvSpPr>
            <p:cNvPr id="58" name="文本框 7">
              <a:extLst>
                <a:ext uri="{FF2B5EF4-FFF2-40B4-BE49-F238E27FC236}">
                  <a16:creationId xmlns:a16="http://schemas.microsoft.com/office/drawing/2014/main" id="{C63A1005-2295-483B-B99F-863D58D1F92D}"/>
                </a:ext>
              </a:extLst>
            </p:cNvPr>
            <p:cNvSpPr txBox="1"/>
            <p:nvPr/>
          </p:nvSpPr>
          <p:spPr>
            <a:xfrm>
              <a:off x="2149214" y="1528512"/>
              <a:ext cx="1216184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vi-VN" altLang="zh-CN" sz="5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g</a:t>
              </a:r>
              <a:endPara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59" name="矩形: 圆角 27">
              <a:extLst>
                <a:ext uri="{FF2B5EF4-FFF2-40B4-BE49-F238E27FC236}">
                  <a16:creationId xmlns:a16="http://schemas.microsoft.com/office/drawing/2014/main" id="{BB265077-F2E0-4265-842C-4BA5297C9DB5}"/>
                </a:ext>
              </a:extLst>
            </p:cNvPr>
            <p:cNvSpPr/>
            <p:nvPr/>
          </p:nvSpPr>
          <p:spPr>
            <a:xfrm>
              <a:off x="2178490" y="1457170"/>
              <a:ext cx="1186908" cy="973682"/>
            </a:xfrm>
            <a:prstGeom prst="roundRect">
              <a:avLst>
                <a:gd name="adj" fmla="val 12540"/>
              </a:avLst>
            </a:prstGeom>
            <a:noFill/>
            <a:ln w="25400">
              <a:solidFill>
                <a:srgbClr val="9F7B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1" name="组合 39">
            <a:extLst>
              <a:ext uri="{FF2B5EF4-FFF2-40B4-BE49-F238E27FC236}">
                <a16:creationId xmlns:a16="http://schemas.microsoft.com/office/drawing/2014/main" id="{5CEE5E2E-D2FB-4EF3-B1B2-9D961D9E97B3}"/>
              </a:ext>
            </a:extLst>
          </p:cNvPr>
          <p:cNvGrpSpPr/>
          <p:nvPr/>
        </p:nvGrpSpPr>
        <p:grpSpPr>
          <a:xfrm>
            <a:off x="7637168" y="4478082"/>
            <a:ext cx="1154166" cy="973682"/>
            <a:chOff x="5594864" y="1422355"/>
            <a:chExt cx="1154166" cy="973682"/>
          </a:xfrm>
        </p:grpSpPr>
        <p:sp>
          <p:nvSpPr>
            <p:cNvPr id="63" name="文本框 32">
              <a:extLst>
                <a:ext uri="{FF2B5EF4-FFF2-40B4-BE49-F238E27FC236}">
                  <a16:creationId xmlns:a16="http://schemas.microsoft.com/office/drawing/2014/main" id="{7D2FF5B2-70AD-4762-A4C0-EDD4B8EFA2A5}"/>
                </a:ext>
              </a:extLst>
            </p:cNvPr>
            <p:cNvSpPr txBox="1"/>
            <p:nvPr/>
          </p:nvSpPr>
          <p:spPr>
            <a:xfrm>
              <a:off x="5924440" y="1439735"/>
              <a:ext cx="716615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vi-VN" altLang="zh-CN" sz="5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k</a:t>
              </a:r>
              <a:endPara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64" name="矩形: 圆角 33">
              <a:extLst>
                <a:ext uri="{FF2B5EF4-FFF2-40B4-BE49-F238E27FC236}">
                  <a16:creationId xmlns:a16="http://schemas.microsoft.com/office/drawing/2014/main" id="{5F84F5D8-CC5C-4B12-AD49-BABA9FAA72CC}"/>
                </a:ext>
              </a:extLst>
            </p:cNvPr>
            <p:cNvSpPr/>
            <p:nvPr/>
          </p:nvSpPr>
          <p:spPr>
            <a:xfrm>
              <a:off x="5594864" y="1422355"/>
              <a:ext cx="1154166" cy="973682"/>
            </a:xfrm>
            <a:prstGeom prst="roundRect">
              <a:avLst>
                <a:gd name="adj" fmla="val 12540"/>
              </a:avLst>
            </a:prstGeom>
            <a:noFill/>
            <a:ln w="25400">
              <a:solidFill>
                <a:srgbClr val="9F7B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5" name="组合 40">
            <a:extLst>
              <a:ext uri="{FF2B5EF4-FFF2-40B4-BE49-F238E27FC236}">
                <a16:creationId xmlns:a16="http://schemas.microsoft.com/office/drawing/2014/main" id="{33BA18FA-8297-4162-B5BB-6DA8EDA5743F}"/>
              </a:ext>
            </a:extLst>
          </p:cNvPr>
          <p:cNvGrpSpPr/>
          <p:nvPr/>
        </p:nvGrpSpPr>
        <p:grpSpPr>
          <a:xfrm>
            <a:off x="10689397" y="4478082"/>
            <a:ext cx="1095413" cy="973682"/>
            <a:chOff x="9004944" y="1419602"/>
            <a:chExt cx="1095413" cy="973682"/>
          </a:xfrm>
        </p:grpSpPr>
        <p:sp>
          <p:nvSpPr>
            <p:cNvPr id="67" name="文本框 36">
              <a:extLst>
                <a:ext uri="{FF2B5EF4-FFF2-40B4-BE49-F238E27FC236}">
                  <a16:creationId xmlns:a16="http://schemas.microsoft.com/office/drawing/2014/main" id="{07F6EAFE-2674-4F97-B609-3A7FD30DF52B}"/>
                </a:ext>
              </a:extLst>
            </p:cNvPr>
            <p:cNvSpPr txBox="1"/>
            <p:nvPr/>
          </p:nvSpPr>
          <p:spPr>
            <a:xfrm>
              <a:off x="9004944" y="1474605"/>
              <a:ext cx="1071115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vi-VN" altLang="zh-CN" sz="5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h</a:t>
              </a:r>
              <a:endPara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68" name="矩形: 圆角 37">
              <a:extLst>
                <a:ext uri="{FF2B5EF4-FFF2-40B4-BE49-F238E27FC236}">
                  <a16:creationId xmlns:a16="http://schemas.microsoft.com/office/drawing/2014/main" id="{41F51714-1E42-461F-B43A-B844CFC1A995}"/>
                </a:ext>
              </a:extLst>
            </p:cNvPr>
            <p:cNvSpPr/>
            <p:nvPr/>
          </p:nvSpPr>
          <p:spPr>
            <a:xfrm>
              <a:off x="9008948" y="1419602"/>
              <a:ext cx="1091409" cy="973682"/>
            </a:xfrm>
            <a:prstGeom prst="roundRect">
              <a:avLst>
                <a:gd name="adj" fmla="val 12540"/>
              </a:avLst>
            </a:prstGeom>
            <a:noFill/>
            <a:ln w="25400">
              <a:solidFill>
                <a:srgbClr val="9F7B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9941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385552" y="280680"/>
            <a:ext cx="5190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biệt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Thanh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mẫu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B9BEFC3C-B8B8-4757-BE92-154645D47CF2}"/>
              </a:ext>
            </a:extLst>
          </p:cNvPr>
          <p:cNvSpPr/>
          <p:nvPr/>
        </p:nvSpPr>
        <p:spPr>
          <a:xfrm>
            <a:off x="1169855" y="3949700"/>
            <a:ext cx="4366642" cy="2612442"/>
          </a:xfrm>
          <a:prstGeom prst="rect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31888B-609B-4AD8-AF84-822DEECC3700}"/>
              </a:ext>
            </a:extLst>
          </p:cNvPr>
          <p:cNvSpPr/>
          <p:nvPr/>
        </p:nvSpPr>
        <p:spPr>
          <a:xfrm>
            <a:off x="8788401" y="177800"/>
            <a:ext cx="3105150" cy="3305810"/>
          </a:xfrm>
          <a:prstGeom prst="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6"/>
          <a:srcRect r="69625" b="50494"/>
          <a:stretch/>
        </p:blipFill>
        <p:spPr>
          <a:xfrm>
            <a:off x="1599497" y="1286707"/>
            <a:ext cx="2820103" cy="114534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6"/>
          <a:srcRect l="34770" r="32806" b="47291"/>
          <a:stretch/>
        </p:blipFill>
        <p:spPr>
          <a:xfrm>
            <a:off x="5841648" y="2443475"/>
            <a:ext cx="2997200" cy="1214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6"/>
          <a:srcRect l="67331" t="-1103" r="245" b="48356"/>
          <a:stretch/>
        </p:blipFill>
        <p:spPr>
          <a:xfrm>
            <a:off x="9144000" y="4207896"/>
            <a:ext cx="2997200" cy="121500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5895" y="1401751"/>
            <a:ext cx="308006" cy="42183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3176" y="1378256"/>
            <a:ext cx="308006" cy="42183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645" y="2487601"/>
            <a:ext cx="308006" cy="42183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5368" y="2532051"/>
            <a:ext cx="308006" cy="42183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7195" y="4317967"/>
            <a:ext cx="308006" cy="42183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72795" y="4317967"/>
            <a:ext cx="308006" cy="42183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5797" y="1945749"/>
            <a:ext cx="308006" cy="42183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3176" y="1945749"/>
            <a:ext cx="308006" cy="42183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645" y="3069575"/>
            <a:ext cx="308006" cy="42183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1696" y="3069575"/>
            <a:ext cx="308006" cy="42183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0846" y="4864111"/>
            <a:ext cx="308006" cy="42183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72795" y="4840616"/>
            <a:ext cx="308006" cy="421835"/>
          </a:xfrm>
          <a:prstGeom prst="rect">
            <a:avLst/>
          </a:prstGeom>
        </p:spPr>
      </p:pic>
      <p:pic>
        <p:nvPicPr>
          <p:cNvPr id="23" name="Quyển 1 Bài 1 LUYỆN TẬP 3.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812155" y="165354"/>
            <a:ext cx="753871" cy="75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190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7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75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7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7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75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7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7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7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9" dur="75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1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75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75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8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7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5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0" dur="7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7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7" dur="7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7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9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5" dur="62615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audio>
              <p:cMediaNode vol="80000">
                <p:cTn id="10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624EA92-1210-4539-A64B-830B3A1EEDDC}"/>
              </a:ext>
            </a:extLst>
          </p:cNvPr>
          <p:cNvSpPr/>
          <p:nvPr/>
        </p:nvSpPr>
        <p:spPr>
          <a:xfrm>
            <a:off x="1" y="829043"/>
            <a:ext cx="12191999" cy="5180736"/>
          </a:xfrm>
          <a:prstGeom prst="rect">
            <a:avLst/>
          </a:prstGeom>
          <a:solidFill>
            <a:srgbClr val="7A2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217E9EE-EBED-4297-A1D2-03ED70EBB4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6513" y="837872"/>
            <a:ext cx="5805486" cy="518073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5A172EA-C1BB-45EC-BAB1-A8912E9796E9}"/>
              </a:ext>
            </a:extLst>
          </p:cNvPr>
          <p:cNvSpPr/>
          <p:nvPr/>
        </p:nvSpPr>
        <p:spPr>
          <a:xfrm>
            <a:off x="870993" y="1253493"/>
            <a:ext cx="23487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altLang="zh-CN" sz="3200" b="1" dirty="0">
                <a:solidFill>
                  <a:srgbClr val="FFFFFF"/>
                </a:solidFill>
                <a:ea typeface="微软雅黑" panose="020B0503020204020204" pitchFamily="34" charset="-122"/>
              </a:rPr>
              <a:t>2. Vận mẫu</a:t>
            </a:r>
            <a:endParaRPr lang="zh-CN" altLang="en-US" sz="3200" b="1" i="0" dirty="0">
              <a:solidFill>
                <a:srgbClr val="FFFFFF"/>
              </a:solidFill>
              <a:effectLst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DE1BDA-D674-4615-B5A4-79CDB8ADDCDB}"/>
              </a:ext>
            </a:extLst>
          </p:cNvPr>
          <p:cNvSpPr/>
          <p:nvPr/>
        </p:nvSpPr>
        <p:spPr>
          <a:xfrm>
            <a:off x="401850" y="2872010"/>
            <a:ext cx="5694150" cy="186512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pt-BR" altLang="zh-CN" sz="9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o e i u ü</a:t>
            </a:r>
            <a:endParaRPr lang="zh-CN" altLang="en-US" sz="96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0" name="bài 1 ngữ âm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33296" end="250501.5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932005" y="1320198"/>
            <a:ext cx="609600" cy="60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7962" y="2283766"/>
            <a:ext cx="2764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>
                <a:solidFill>
                  <a:schemeClr val="bg1"/>
                </a:solidFill>
              </a:rPr>
              <a:t>- Vận mẫu đơn: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967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13486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audio>
              <p:cMediaNode vol="8000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  <p:bldLst>
      <p:bldP spid="6" grpId="0"/>
      <p:bldP spid="9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624EA92-1210-4539-A64B-830B3A1EEDDC}"/>
              </a:ext>
            </a:extLst>
          </p:cNvPr>
          <p:cNvSpPr/>
          <p:nvPr/>
        </p:nvSpPr>
        <p:spPr>
          <a:xfrm>
            <a:off x="1" y="838632"/>
            <a:ext cx="12191999" cy="5180736"/>
          </a:xfrm>
          <a:prstGeom prst="rect">
            <a:avLst/>
          </a:prstGeom>
          <a:solidFill>
            <a:srgbClr val="7A2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47962" y="1253493"/>
            <a:ext cx="3615734" cy="584775"/>
            <a:chOff x="597622" y="1944972"/>
            <a:chExt cx="3615734" cy="58477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5A172EA-C1BB-45EC-BAB1-A8912E9796E9}"/>
                </a:ext>
              </a:extLst>
            </p:cNvPr>
            <p:cNvSpPr/>
            <p:nvPr/>
          </p:nvSpPr>
          <p:spPr>
            <a:xfrm>
              <a:off x="1220653" y="1944972"/>
              <a:ext cx="2348720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vi-VN" altLang="zh-CN" sz="3200" b="1" dirty="0">
                  <a:solidFill>
                    <a:srgbClr val="FFFFFF"/>
                  </a:solidFill>
                  <a:ea typeface="微软雅黑" panose="020B0503020204020204" pitchFamily="34" charset="-122"/>
                </a:rPr>
                <a:t>2. Vận mẫu</a:t>
              </a:r>
              <a:endParaRPr lang="zh-CN" altLang="en-US" sz="3200" b="1" i="0" dirty="0">
                <a:solidFill>
                  <a:srgbClr val="FFFFFF"/>
                </a:solidFill>
                <a:effectLst/>
                <a:ea typeface="微软雅黑" panose="020B0503020204020204" pitchFamily="34" charset="-122"/>
              </a:endParaRP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0C1F8988-6888-4B25-9413-F1D3DC6341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97622" y="2006528"/>
              <a:ext cx="307777" cy="461665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4886405E-62CB-45E9-958D-5636A40DD90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05579" y="2011677"/>
              <a:ext cx="307777" cy="461665"/>
            </a:xfrm>
            <a:prstGeom prst="rect">
              <a:avLst/>
            </a:prstGeom>
          </p:spPr>
        </p:pic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63DE1BDA-D674-4615-B5A4-79CDB8ADDCDB}"/>
              </a:ext>
            </a:extLst>
          </p:cNvPr>
          <p:cNvSpPr/>
          <p:nvPr/>
        </p:nvSpPr>
        <p:spPr>
          <a:xfrm>
            <a:off x="401850" y="2872010"/>
            <a:ext cx="5694150" cy="186512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pt-BR" altLang="zh-CN" sz="9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o e i u ü</a:t>
            </a:r>
            <a:endParaRPr lang="zh-CN" altLang="en-US" sz="96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0" name="bài 1 ngữ âm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33296" end="250501.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932005" y="1320198"/>
            <a:ext cx="609600" cy="60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7962" y="2283766"/>
            <a:ext cx="2764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>
                <a:solidFill>
                  <a:schemeClr val="bg1"/>
                </a:solidFill>
              </a:rPr>
              <a:t>- Vận mẫu đơn: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6951379" y="2186254"/>
            <a:ext cx="4874843" cy="349064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u, </a:t>
            </a:r>
            <a:r>
              <a:rPr lang="en-US" altLang="zh-CN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ü </a:t>
            </a:r>
            <a:r>
              <a:rPr lang="en-US" altLang="zh-CN" sz="2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đứng</a:t>
            </a:r>
            <a:r>
              <a:rPr lang="en-US" altLang="zh-CN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độc</a:t>
            </a:r>
            <a:r>
              <a:rPr lang="en-US" altLang="zh-CN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lập</a:t>
            </a:r>
            <a:r>
              <a:rPr lang="en-US" altLang="zh-CN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altLang="zh-CN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altLang="zh-CN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âm</a:t>
            </a:r>
            <a:r>
              <a:rPr lang="en-US" altLang="zh-CN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tiết</a:t>
            </a:r>
            <a:r>
              <a:rPr lang="en-US" altLang="zh-CN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ta </a:t>
            </a:r>
            <a:r>
              <a:rPr lang="en-US" altLang="zh-CN" sz="2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viết</a:t>
            </a:r>
            <a:r>
              <a:rPr lang="en-US" altLang="zh-CN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altLang="zh-CN" sz="4000" dirty="0">
                <a:solidFill>
                  <a:schemeClr val="bg1"/>
                </a:solidFill>
              </a:rPr>
              <a:t>:</a:t>
            </a:r>
          </a:p>
          <a:p>
            <a:pPr lvl="4"/>
            <a:r>
              <a:rPr lang="vi-VN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5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zh-CN" alt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GB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5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yi</a:t>
            </a:r>
            <a:endParaRPr lang="en-GB" sz="5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4"/>
            <a:r>
              <a:rPr lang="vi-VN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 </a:t>
            </a:r>
            <a:r>
              <a:rPr lang="zh-CN" alt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GB" sz="5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wu</a:t>
            </a:r>
            <a:endParaRPr lang="en-GB" sz="5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4"/>
            <a:r>
              <a:rPr lang="vi-VN" altLang="zh-CN" sz="5400" dirty="0">
                <a:solidFill>
                  <a:schemeClr val="bg1"/>
                </a:solidFill>
              </a:rPr>
              <a:t> </a:t>
            </a:r>
            <a:r>
              <a:rPr lang="en-US" altLang="zh-CN" sz="5400" dirty="0">
                <a:solidFill>
                  <a:schemeClr val="bg1"/>
                </a:solidFill>
              </a:rPr>
              <a:t>ü </a:t>
            </a:r>
            <a:r>
              <a:rPr lang="zh-CN" alt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GB" sz="5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yu</a:t>
            </a:r>
            <a:endParaRPr lang="en-US" sz="5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795782" y="1253493"/>
            <a:ext cx="518603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3600" dirty="0">
                <a:solidFill>
                  <a:srgbClr val="FFFF00"/>
                </a:solidFill>
                <a:cs typeface="Arial" panose="020B0604020202020204" pitchFamily="34" charset="0"/>
              </a:rPr>
              <a:t>Note: </a:t>
            </a:r>
            <a:r>
              <a:rPr lang="en-US" sz="36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lang="en-US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tắc</a:t>
            </a:r>
            <a:r>
              <a:rPr lang="en-US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viết</a:t>
            </a:r>
            <a:r>
              <a:rPr lang="en-US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pinyin</a:t>
            </a:r>
            <a:endParaRPr lang="vi-VN" sz="3600" dirty="0">
              <a:solidFill>
                <a:srgbClr val="FFFF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008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476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624EA92-1210-4539-A64B-830B3A1EEDDC}"/>
              </a:ext>
            </a:extLst>
          </p:cNvPr>
          <p:cNvSpPr/>
          <p:nvPr/>
        </p:nvSpPr>
        <p:spPr>
          <a:xfrm>
            <a:off x="0" y="838632"/>
            <a:ext cx="12191999" cy="5180736"/>
          </a:xfrm>
          <a:prstGeom prst="rect">
            <a:avLst/>
          </a:prstGeom>
          <a:solidFill>
            <a:srgbClr val="7A2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217E9EE-EBED-4297-A1D2-03ED70EBB4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6513" y="837872"/>
            <a:ext cx="5805486" cy="5180736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247962" y="1253493"/>
            <a:ext cx="3615734" cy="584775"/>
            <a:chOff x="597622" y="1944972"/>
            <a:chExt cx="3615734" cy="58477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5A172EA-C1BB-45EC-BAB1-A8912E9796E9}"/>
                </a:ext>
              </a:extLst>
            </p:cNvPr>
            <p:cNvSpPr/>
            <p:nvPr/>
          </p:nvSpPr>
          <p:spPr>
            <a:xfrm>
              <a:off x="1220653" y="1944972"/>
              <a:ext cx="2348720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vi-VN" altLang="zh-CN" sz="3200" b="1" dirty="0">
                  <a:solidFill>
                    <a:srgbClr val="FFFFFF"/>
                  </a:solidFill>
                  <a:ea typeface="微软雅黑" panose="020B0503020204020204" pitchFamily="34" charset="-122"/>
                </a:rPr>
                <a:t>2. Vận mẫu</a:t>
              </a:r>
              <a:endParaRPr lang="zh-CN" altLang="en-US" sz="3200" b="1" i="0" dirty="0">
                <a:solidFill>
                  <a:srgbClr val="FFFFFF"/>
                </a:solidFill>
                <a:effectLst/>
                <a:ea typeface="微软雅黑" panose="020B0503020204020204" pitchFamily="34" charset="-122"/>
              </a:endParaRP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0C1F8988-6888-4B25-9413-F1D3DC6341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97622" y="2006528"/>
              <a:ext cx="307777" cy="461665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4886405E-62CB-45E9-958D-5636A40DD9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05579" y="2011677"/>
              <a:ext cx="307777" cy="461665"/>
            </a:xfrm>
            <a:prstGeom prst="rect">
              <a:avLst/>
            </a:prstGeom>
          </p:spPr>
        </p:pic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63DE1BDA-D674-4615-B5A4-79CDB8ADDCDB}"/>
              </a:ext>
            </a:extLst>
          </p:cNvPr>
          <p:cNvSpPr/>
          <p:nvPr/>
        </p:nvSpPr>
        <p:spPr>
          <a:xfrm>
            <a:off x="401849" y="3060269"/>
            <a:ext cx="5694150" cy="1567993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r>
              <a:rPr 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</a:t>
            </a:r>
            <a:r>
              <a:rPr 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ao</a:t>
            </a:r>
            <a:r>
              <a:rPr 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</a:t>
            </a:r>
            <a:r>
              <a:rPr 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7962" y="2283766"/>
            <a:ext cx="2764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>
                <a:solidFill>
                  <a:schemeClr val="bg1"/>
                </a:solidFill>
              </a:rPr>
              <a:t>- Vận mẫu kép: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12" name="bài 1 ngữ âm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46027" end="240567.5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769476" y="147706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21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679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  <p:bldLst>
      <p:bldP spid="9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:a16="http://schemas.microsoft.com/office/drawing/2014/main" id="{8FF204A4-6559-458A-AF07-C74F2E292E44}"/>
              </a:ext>
            </a:extLst>
          </p:cNvPr>
          <p:cNvSpPr txBox="1"/>
          <p:nvPr/>
        </p:nvSpPr>
        <p:spPr>
          <a:xfrm>
            <a:off x="7191643" y="3311465"/>
            <a:ext cx="3542348" cy="2215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始建于乾隆十五年（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1750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），后被英法联军烧毁，光绪十二年（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1886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重建。长廊东起邀月门，西至石丈亭，共二百七十三间，全长七百二十八米，枋梁上还绘有人物、山水、花鸟等各种彩画八千多幅，是中国古典园林中最长的游廊。长廊中间建有留佳、寄澜、秋水、清遥四座八角重檐的亭子，依山临水，以排云殿为中心，向东西两边对称地展开，将分布在万寿山前的建筑连成一气。</a:t>
            </a:r>
            <a:endParaRPr kumimoji="0" lang="zh-CN" altLang="en-US" sz="700" b="0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25">
            <a:extLst>
              <a:ext uri="{FF2B5EF4-FFF2-40B4-BE49-F238E27FC236}">
                <a16:creationId xmlns:a16="http://schemas.microsoft.com/office/drawing/2014/main" id="{6AF6705D-F1D6-48F2-9232-7266A16F75DB}"/>
              </a:ext>
            </a:extLst>
          </p:cNvPr>
          <p:cNvSpPr txBox="1"/>
          <p:nvPr/>
        </p:nvSpPr>
        <p:spPr>
          <a:xfrm>
            <a:off x="7690084" y="1330544"/>
            <a:ext cx="125986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di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长廊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169F2EB-D0F1-4AEF-AB38-BDBD1244CD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91643" y="1500362"/>
            <a:ext cx="391115" cy="58667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8E4D498-9AAB-4F05-B418-E306D1BDAD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077848" y="1500362"/>
            <a:ext cx="391115" cy="586672"/>
          </a:xfrm>
          <a:prstGeom prst="rect">
            <a:avLst/>
          </a:prstGeom>
        </p:spPr>
      </p:pic>
      <p:graphicFrame>
        <p:nvGraphicFramePr>
          <p:cNvPr id="8" name="Table Placeholder 2048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1930474"/>
              </p:ext>
            </p:extLst>
          </p:nvPr>
        </p:nvGraphicFramePr>
        <p:xfrm>
          <a:off x="1254274" y="390920"/>
          <a:ext cx="9315115" cy="6217608"/>
        </p:xfrm>
        <a:graphic>
          <a:graphicData uri="http://schemas.openxmlformats.org/drawingml/2006/table">
            <a:tbl>
              <a:tblPr/>
              <a:tblGrid>
                <a:gridCol w="923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4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8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7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50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9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64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1431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035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6240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vi-VN" altLang="vi-V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07" marB="4570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ü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ao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40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T="45707" marB="4570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bao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40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 marT="45707" marB="4570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pao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pou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40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marT="45707" marB="4570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mao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mou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40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T="45707" marB="4570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40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T="45707" marB="4570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dao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40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marT="45707" marB="4570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tao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tou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240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T="45707" marB="4570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nü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nao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nou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240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marT="45707" marB="4570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</a:t>
                      </a:r>
                    </a:p>
                  </a:txBody>
                  <a:tcPr marT="45707" marB="4570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lü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lao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lou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240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T="45707" marB="4570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</a:t>
                      </a:r>
                    </a:p>
                  </a:txBody>
                  <a:tcPr marT="45707" marB="4570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gao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gou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240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</a:p>
                  </a:txBody>
                  <a:tcPr marT="45707" marB="4570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</a:t>
                      </a:r>
                    </a:p>
                  </a:txBody>
                  <a:tcPr marT="45707" marB="4570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kao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kou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6240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</a:p>
                  </a:txBody>
                  <a:tcPr marT="45707" marB="4570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</a:t>
                      </a:r>
                    </a:p>
                  </a:txBody>
                  <a:tcPr marT="45707" marB="45707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hei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hao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hou</a:t>
                      </a:r>
                    </a:p>
                  </a:txBody>
                  <a:tcPr marT="45707" marB="4570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04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385552" y="280680"/>
            <a:ext cx="5190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biệt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Vận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mẫu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B9BEFC3C-B8B8-4757-BE92-154645D47CF2}"/>
              </a:ext>
            </a:extLst>
          </p:cNvPr>
          <p:cNvSpPr/>
          <p:nvPr/>
        </p:nvSpPr>
        <p:spPr>
          <a:xfrm>
            <a:off x="7526909" y="4057650"/>
            <a:ext cx="4366642" cy="2612442"/>
          </a:xfrm>
          <a:prstGeom prst="rect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31888B-609B-4AD8-AF84-822DEECC3700}"/>
              </a:ext>
            </a:extLst>
          </p:cNvPr>
          <p:cNvSpPr/>
          <p:nvPr/>
        </p:nvSpPr>
        <p:spPr>
          <a:xfrm>
            <a:off x="8788401" y="177800"/>
            <a:ext cx="3105150" cy="3305810"/>
          </a:xfrm>
          <a:prstGeom prst="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6"/>
          <a:srcRect b="52020"/>
          <a:stretch/>
        </p:blipFill>
        <p:spPr>
          <a:xfrm>
            <a:off x="780245" y="1120345"/>
            <a:ext cx="6400800" cy="247375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6"/>
          <a:srcRect t="50936"/>
          <a:stretch/>
        </p:blipFill>
        <p:spPr>
          <a:xfrm>
            <a:off x="780245" y="4006850"/>
            <a:ext cx="6400800" cy="2529602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1187449" y="1247217"/>
            <a:ext cx="269555" cy="42183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2978149" y="1247217"/>
            <a:ext cx="269555" cy="421835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4720282" y="1273427"/>
            <a:ext cx="269555" cy="42183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6440960" y="1273426"/>
            <a:ext cx="269555" cy="42183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1196825" y="1830705"/>
            <a:ext cx="269555" cy="421835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2978148" y="1870884"/>
            <a:ext cx="269555" cy="421835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4729486" y="1848344"/>
            <a:ext cx="269555" cy="421835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6611312" y="1833977"/>
            <a:ext cx="269555" cy="421835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1321756" y="2433169"/>
            <a:ext cx="269555" cy="42183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3063889" y="2431367"/>
            <a:ext cx="269555" cy="421835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4738862" y="2427278"/>
            <a:ext cx="269555" cy="421835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6480995" y="2433763"/>
            <a:ext cx="269555" cy="421835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1115997" y="3013634"/>
            <a:ext cx="269555" cy="421835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2858130" y="3012733"/>
            <a:ext cx="269555" cy="421835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4720282" y="2998178"/>
            <a:ext cx="269555" cy="421835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6480995" y="2979187"/>
            <a:ext cx="269555" cy="421835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1196825" y="4145829"/>
            <a:ext cx="269555" cy="421835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2978148" y="4133721"/>
            <a:ext cx="269554" cy="421835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4743927" y="4145828"/>
            <a:ext cx="342423" cy="421835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6480995" y="4057650"/>
            <a:ext cx="399872" cy="550854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1316027" y="4785395"/>
            <a:ext cx="269555" cy="421835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3063888" y="4744213"/>
            <a:ext cx="269555" cy="421835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4720281" y="4786205"/>
            <a:ext cx="366069" cy="421835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6480995" y="4784397"/>
            <a:ext cx="399872" cy="421835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1196826" y="5341140"/>
            <a:ext cx="320180" cy="421835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2977503" y="5335086"/>
            <a:ext cx="269555" cy="421835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4707555" y="5359183"/>
            <a:ext cx="378795" cy="421835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6479968" y="5294598"/>
            <a:ext cx="461094" cy="486420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1196825" y="6012376"/>
            <a:ext cx="269555" cy="421835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2977502" y="5953895"/>
            <a:ext cx="269555" cy="421835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4720281" y="5953894"/>
            <a:ext cx="366069" cy="421835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 rotWithShape="1">
          <a:blip r:embed="rId7"/>
          <a:srcRect l="12484"/>
          <a:stretch/>
        </p:blipFill>
        <p:spPr>
          <a:xfrm>
            <a:off x="6492088" y="5906486"/>
            <a:ext cx="388779" cy="421835"/>
          </a:xfrm>
          <a:prstGeom prst="rect">
            <a:avLst/>
          </a:prstGeom>
        </p:spPr>
      </p:pic>
      <p:pic>
        <p:nvPicPr>
          <p:cNvPr id="8" name="Quyển 1 Bài 1 KUYỆN TẬP 3.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492088" y="117571"/>
            <a:ext cx="528544" cy="52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113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7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7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7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7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75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75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75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75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7" dur="75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75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9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4" dur="75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6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1" dur="75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75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3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8" dur="75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0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5" dur="7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7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7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2" dur="75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75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4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75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6" dur="75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75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8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3" dur="75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5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0" dur="75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75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2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7" dur="75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75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9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4" dur="75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75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6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1" dur="75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75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3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8" dur="75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75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0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5" dur="75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75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7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2" dur="75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75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4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9" dur="75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75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1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6" dur="75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75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8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3" dur="75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75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5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0" dur="75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75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2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7" dur="75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75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9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4" dur="75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75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6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1" dur="75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75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3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8" dur="75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75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0" dur="7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3" fill="hold">
                      <p:stCondLst>
                        <p:cond delay="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6" dur="8367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audio>
              <p:cMediaNode vol="80000">
                <p:cTn id="23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6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503C0BD-BE2B-4F32-AC99-97D4764576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266329" y="430306"/>
            <a:ext cx="457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solidFill>
                  <a:schemeClr val="bg1"/>
                </a:solidFill>
              </a:rPr>
              <a:t>3. Thanh điệu 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311" y="1625315"/>
            <a:ext cx="5212977" cy="3452167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6716797" y="5253414"/>
            <a:ext cx="1223688" cy="43430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vi-VN" sz="2400" dirty="0">
                <a:solidFill>
                  <a:schemeClr val="bg1"/>
                </a:solidFill>
                <a:latin typeface="+mj-lt"/>
              </a:rPr>
              <a:t>Thanh 1</a:t>
            </a:r>
            <a:endParaRPr 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850088" y="5777849"/>
            <a:ext cx="1223688" cy="43430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vi-VN" sz="2400" dirty="0">
                <a:solidFill>
                  <a:schemeClr val="bg1"/>
                </a:solidFill>
                <a:latin typeface="+mj-lt"/>
              </a:rPr>
              <a:t>Thanh 2</a:t>
            </a:r>
            <a:endParaRPr 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969190" y="5235581"/>
            <a:ext cx="1223688" cy="43430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vi-VN" sz="2400" dirty="0">
                <a:solidFill>
                  <a:schemeClr val="bg1"/>
                </a:solidFill>
                <a:latin typeface="+mj-lt"/>
              </a:rPr>
              <a:t>Thanh 3</a:t>
            </a:r>
            <a:endParaRPr 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0192878" y="5777849"/>
            <a:ext cx="1223688" cy="43430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vi-VN" sz="2400" dirty="0">
                <a:solidFill>
                  <a:schemeClr val="bg1"/>
                </a:solidFill>
                <a:latin typeface="+mj-lt"/>
              </a:rPr>
              <a:t>Thanh 4</a:t>
            </a:r>
            <a:endParaRPr lang="en-US" sz="2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00927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25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A222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295CCC4-CBAE-4143-B822-9C504A8AE0DD}"/>
              </a:ext>
            </a:extLst>
          </p:cNvPr>
          <p:cNvSpPr/>
          <p:nvPr/>
        </p:nvSpPr>
        <p:spPr>
          <a:xfrm>
            <a:off x="8108576" y="0"/>
            <a:ext cx="4083424" cy="6858000"/>
          </a:xfrm>
          <a:prstGeom prst="rect">
            <a:avLst/>
          </a:pr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r="-1921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TextBox 25">
            <a:extLst>
              <a:ext uri="{FF2B5EF4-FFF2-40B4-BE49-F238E27FC236}">
                <a16:creationId xmlns:a16="http://schemas.microsoft.com/office/drawing/2014/main" id="{E94189D3-906F-4ED2-A7A6-C259553D3C16}"/>
              </a:ext>
            </a:extLst>
          </p:cNvPr>
          <p:cNvSpPr txBox="1"/>
          <p:nvPr/>
        </p:nvSpPr>
        <p:spPr>
          <a:xfrm>
            <a:off x="500235" y="437358"/>
            <a:ext cx="3359072" cy="742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altLang="zh-CN" sz="3600" dirty="0">
                <a:solidFill>
                  <a:prstClr val="white"/>
                </a:solidFill>
                <a:ea typeface="微软雅黑" panose="020B0503020204020204" pitchFamily="34" charset="-122"/>
              </a:rPr>
              <a:t>Luyện đọc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微软雅黑" panose="020B0503020204020204" pitchFamily="34" charset="-122"/>
            </a:endParaRPr>
          </a:p>
        </p:txBody>
      </p:sp>
      <p:sp>
        <p:nvSpPr>
          <p:cNvPr id="11" name="Rectangle 3"/>
          <p:cNvSpPr txBox="1">
            <a:spLocks/>
          </p:cNvSpPr>
          <p:nvPr/>
        </p:nvSpPr>
        <p:spPr>
          <a:xfrm>
            <a:off x="98610" y="1653987"/>
            <a:ext cx="8009965" cy="4733365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chemeClr val="bg1"/>
                </a:solidFill>
              </a:rPr>
              <a:t>                   </a:t>
            </a:r>
            <a:r>
              <a:rPr lang="en-US" altLang="zh-CN" sz="3200" b="1" dirty="0">
                <a:solidFill>
                  <a:srgbClr val="FFFF00"/>
                </a:solidFill>
              </a:rPr>
              <a:t>1          2           3            4</a:t>
            </a:r>
          </a:p>
          <a:p>
            <a:endParaRPr lang="en-US" altLang="zh-CN" sz="3200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chemeClr val="bg1"/>
                </a:solidFill>
              </a:rPr>
              <a:t>       </a:t>
            </a:r>
            <a:r>
              <a:rPr lang="zh-CN" altLang="en-US" sz="3200" b="1" dirty="0">
                <a:solidFill>
                  <a:srgbClr val="FFFF00"/>
                </a:solidFill>
                <a:latin typeface="Kartika" panose="02020503030404060203" pitchFamily="18" charset="0"/>
                <a:ea typeface="SimSun" panose="02010600030101010101" pitchFamily="2" charset="-122"/>
                <a:cs typeface="Kartika" panose="02020503030404060203" pitchFamily="18" charset="0"/>
              </a:rPr>
              <a:t>八</a:t>
            </a: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bā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bá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bǎ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bà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马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mā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má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mǎ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mà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大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dā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dá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dǎ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dà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你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nī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ní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nǐ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vi-VN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nì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好 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hāo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háo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hǎo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hào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白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bāi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bái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bǎi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bài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932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75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375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6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503C0BD-BE2B-4F32-AC99-97D4764576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266329" y="430306"/>
            <a:ext cx="457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solidFill>
                  <a:schemeClr val="bg1"/>
                </a:solidFill>
              </a:rPr>
              <a:t>3. Thanh điệu 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5611" y="1491965"/>
            <a:ext cx="5212977" cy="3452167"/>
          </a:xfrm>
          <a:prstGeom prst="rect">
            <a:avLst/>
          </a:prstGeom>
        </p:spPr>
      </p:pic>
      <p:pic>
        <p:nvPicPr>
          <p:cNvPr id="10" name="bài 1 ngữ âm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256253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044449" y="581675"/>
            <a:ext cx="609600" cy="609600"/>
          </a:xfrm>
          <a:prstGeom prst="rect">
            <a:avLst/>
          </a:prstGeom>
        </p:spPr>
      </p:pic>
      <p:sp>
        <p:nvSpPr>
          <p:cNvPr id="11" name="Content Placeholder 2"/>
          <p:cNvSpPr txBox="1">
            <a:spLocks/>
          </p:cNvSpPr>
          <p:nvPr/>
        </p:nvSpPr>
        <p:spPr>
          <a:xfrm>
            <a:off x="6683182" y="5253414"/>
            <a:ext cx="4706477" cy="1295303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vi-VN" dirty="0">
                <a:solidFill>
                  <a:srgbClr val="FFFF00"/>
                </a:solidFill>
              </a:rPr>
              <a:t>Biến âm thanh 3:</a:t>
            </a:r>
          </a:p>
          <a:p>
            <a:pPr marL="0" indent="0" algn="r">
              <a:buFont typeface="Arial" panose="020B0604020202020204" pitchFamily="34" charset="0"/>
              <a:buNone/>
            </a:pPr>
            <a:r>
              <a:rPr lang="en-US" sz="4200" b="1" dirty="0" err="1">
                <a:solidFill>
                  <a:schemeClr val="bg1"/>
                </a:solidFill>
              </a:rPr>
              <a:t>n</a:t>
            </a:r>
            <a:r>
              <a:rPr lang="en-US" altLang="zh-CN" sz="4200" b="1" dirty="0" err="1">
                <a:solidFill>
                  <a:schemeClr val="bg1"/>
                </a:solidFill>
              </a:rPr>
              <a:t>ǐ</a:t>
            </a:r>
            <a:r>
              <a:rPr lang="en-US" altLang="zh-CN" sz="4200" b="1" dirty="0">
                <a:solidFill>
                  <a:schemeClr val="bg1"/>
                </a:solidFill>
              </a:rPr>
              <a:t> </a:t>
            </a:r>
            <a:r>
              <a:rPr lang="en-US" sz="4200" b="1" dirty="0" err="1">
                <a:solidFill>
                  <a:schemeClr val="bg1"/>
                </a:solidFill>
              </a:rPr>
              <a:t>h</a:t>
            </a:r>
            <a:r>
              <a:rPr lang="en-US" altLang="zh-CN" sz="4200" b="1" dirty="0" err="1">
                <a:solidFill>
                  <a:schemeClr val="bg1"/>
                </a:solidFill>
              </a:rPr>
              <a:t>ǎo</a:t>
            </a:r>
            <a:r>
              <a:rPr lang="en-US" altLang="zh-CN" sz="4200" b="1" dirty="0">
                <a:solidFill>
                  <a:schemeClr val="bg1"/>
                </a:solidFill>
              </a:rPr>
              <a:t> </a:t>
            </a:r>
            <a:r>
              <a:rPr lang="zh-CN" altLang="en-US" sz="4200" b="1" dirty="0">
                <a:solidFill>
                  <a:schemeClr val="bg1"/>
                </a:solidFill>
              </a:rPr>
              <a:t>→ </a:t>
            </a:r>
            <a:r>
              <a:rPr lang="en-US" sz="4200" b="1" dirty="0" err="1">
                <a:solidFill>
                  <a:schemeClr val="bg1"/>
                </a:solidFill>
              </a:rPr>
              <a:t>ní</a:t>
            </a:r>
            <a:r>
              <a:rPr lang="en-US" sz="4200" b="1" dirty="0">
                <a:solidFill>
                  <a:schemeClr val="bg1"/>
                </a:solidFill>
              </a:rPr>
              <a:t> </a:t>
            </a:r>
            <a:r>
              <a:rPr lang="en-US" sz="4200" b="1" dirty="0" err="1">
                <a:solidFill>
                  <a:schemeClr val="bg1"/>
                </a:solidFill>
              </a:rPr>
              <a:t>h</a:t>
            </a:r>
            <a:r>
              <a:rPr lang="en-US" altLang="zh-CN" sz="4200" b="1" dirty="0" err="1">
                <a:solidFill>
                  <a:schemeClr val="bg1"/>
                </a:solidFill>
              </a:rPr>
              <a:t>ǎo</a:t>
            </a:r>
            <a:endParaRPr lang="en-US" altLang="zh-CN" sz="4200" b="1" dirty="0">
              <a:solidFill>
                <a:schemeClr val="bg1"/>
              </a:solidFill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en-US" sz="3200" dirty="0">
                <a:solidFill>
                  <a:schemeClr val="bg1"/>
                </a:solidFill>
              </a:rPr>
              <a:t> (</a:t>
            </a:r>
            <a:r>
              <a:rPr lang="en-US" sz="3200" dirty="0" err="1">
                <a:solidFill>
                  <a:schemeClr val="bg1"/>
                </a:solidFill>
              </a:rPr>
              <a:t>viết</a:t>
            </a:r>
            <a:r>
              <a:rPr lang="en-US" sz="3200" dirty="0">
                <a:solidFill>
                  <a:schemeClr val="bg1"/>
                </a:solidFill>
              </a:rPr>
              <a:t>)         (</a:t>
            </a:r>
            <a:r>
              <a:rPr lang="en-US" sz="3200" dirty="0" err="1">
                <a:solidFill>
                  <a:schemeClr val="bg1"/>
                </a:solidFill>
              </a:rPr>
              <a:t>đọc</a:t>
            </a:r>
            <a:r>
              <a:rPr lang="en-US" sz="3200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6322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4102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audio>
              <p:cMediaNode vol="10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  <p:bldLst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A222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295CCC4-CBAE-4143-B822-9C504A8AE0DD}"/>
              </a:ext>
            </a:extLst>
          </p:cNvPr>
          <p:cNvSpPr/>
          <p:nvPr/>
        </p:nvSpPr>
        <p:spPr>
          <a:xfrm>
            <a:off x="8108576" y="0"/>
            <a:ext cx="4083424" cy="6858000"/>
          </a:xfrm>
          <a:prstGeom prst="rect">
            <a:avLst/>
          </a:pr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r="-1921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TextBox 25">
            <a:extLst>
              <a:ext uri="{FF2B5EF4-FFF2-40B4-BE49-F238E27FC236}">
                <a16:creationId xmlns:a16="http://schemas.microsoft.com/office/drawing/2014/main" id="{E94189D3-906F-4ED2-A7A6-C259553D3C16}"/>
              </a:ext>
            </a:extLst>
          </p:cNvPr>
          <p:cNvSpPr txBox="1"/>
          <p:nvPr/>
        </p:nvSpPr>
        <p:spPr>
          <a:xfrm>
            <a:off x="500235" y="437358"/>
            <a:ext cx="3359072" cy="742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altLang="zh-CN" sz="360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Luyện đọc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585695" y="1963769"/>
            <a:ext cx="2666253" cy="3607156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nǐ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hǎo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měihǎo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wǔ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bǎi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vi-VN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ěihǎi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</a:t>
            </a:r>
            <a:r>
              <a:rPr lang="en-US" altLang="zh-CN" sz="3500" b="1" dirty="0">
                <a:solidFill>
                  <a:schemeClr val="bg1"/>
                </a:solidFill>
              </a:rPr>
              <a:t>                     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3500" b="1" dirty="0">
                <a:solidFill>
                  <a:schemeClr val="bg1"/>
                </a:solidFill>
              </a:rPr>
              <a:t>                  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43456" y="2397948"/>
            <a:ext cx="2084294" cy="2958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Gěi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nǐ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yǔfǎ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kěyǐ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fǔdǎo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7044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A222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295CCC4-CBAE-4143-B822-9C504A8AE0DD}"/>
              </a:ext>
            </a:extLst>
          </p:cNvPr>
          <p:cNvSpPr/>
          <p:nvPr/>
        </p:nvSpPr>
        <p:spPr>
          <a:xfrm>
            <a:off x="8108576" y="0"/>
            <a:ext cx="4083424" cy="6858000"/>
          </a:xfrm>
          <a:prstGeom prst="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r="-1921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TextBox 25">
            <a:extLst>
              <a:ext uri="{FF2B5EF4-FFF2-40B4-BE49-F238E27FC236}">
                <a16:creationId xmlns:a16="http://schemas.microsoft.com/office/drawing/2014/main" id="{E94189D3-906F-4ED2-A7A6-C259553D3C16}"/>
              </a:ext>
            </a:extLst>
          </p:cNvPr>
          <p:cNvSpPr txBox="1"/>
          <p:nvPr/>
        </p:nvSpPr>
        <p:spPr>
          <a:xfrm>
            <a:off x="-237513" y="831058"/>
            <a:ext cx="3359072" cy="742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altLang="zh-CN" sz="3600" dirty="0">
                <a:solidFill>
                  <a:prstClr val="white"/>
                </a:solidFill>
                <a:ea typeface="微软雅黑" panose="020B0503020204020204" pitchFamily="34" charset="-122"/>
              </a:rPr>
              <a:t>Luyện đọc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微软雅黑" panose="020B0503020204020204" pitchFamily="34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3259" y="200191"/>
            <a:ext cx="5088991" cy="6531683"/>
          </a:xfrm>
          <a:prstGeom prst="rect">
            <a:avLst/>
          </a:prstGeom>
        </p:spPr>
      </p:pic>
      <p:pic>
        <p:nvPicPr>
          <p:cNvPr id="6" name="bài 1 ngữ âm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256253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56179" y="221091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617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32" presetClass="emp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120000"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102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10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SK1-Bài 01-Bài tập-Phân biệt âm-PB âm, thanh điệu hanngu.net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59411" y="1087130"/>
            <a:ext cx="609600" cy="60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23752" y="1087130"/>
            <a:ext cx="5190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Thanh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Điệu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364504"/>
              </p:ext>
            </p:extLst>
          </p:nvPr>
        </p:nvGraphicFramePr>
        <p:xfrm>
          <a:off x="392595" y="2150033"/>
          <a:ext cx="7675640" cy="35082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4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37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25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59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02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5474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84705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70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ba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fo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ge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Ke</a:t>
                      </a:r>
                      <a:endParaRPr 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70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te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hou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fou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gu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Ku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70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bu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pu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ti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hei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fei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gai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kai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70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bai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pai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tu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hu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fu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gei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dei</a:t>
                      </a:r>
                      <a:endParaRPr 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70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bei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pei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dai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gou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kou</a:t>
                      </a:r>
                      <a:endParaRPr 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矩形 3">
            <a:extLst>
              <a:ext uri="{FF2B5EF4-FFF2-40B4-BE49-F238E27FC236}">
                <a16:creationId xmlns:a16="http://schemas.microsoft.com/office/drawing/2014/main" id="{B9BEFC3C-B8B8-4757-BE92-154645D47CF2}"/>
              </a:ext>
            </a:extLst>
          </p:cNvPr>
          <p:cNvSpPr/>
          <p:nvPr/>
        </p:nvSpPr>
        <p:spPr>
          <a:xfrm>
            <a:off x="8472355" y="157480"/>
            <a:ext cx="3462657" cy="2382520"/>
          </a:xfrm>
          <a:prstGeom prst="rect">
            <a:avLst/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31888B-609B-4AD8-AF84-822DEECC3700}"/>
              </a:ext>
            </a:extLst>
          </p:cNvPr>
          <p:cNvSpPr/>
          <p:nvPr/>
        </p:nvSpPr>
        <p:spPr>
          <a:xfrm>
            <a:off x="8472354" y="2763520"/>
            <a:ext cx="3462657" cy="3937000"/>
          </a:xfrm>
          <a:prstGeom prst="rect">
            <a:avLst/>
          </a:prstGeo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9938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75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375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428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SK1-Bài 01-Bài tập-Phân biệt âm-PB âm, thanh điệu hanngu.net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14152" y="656824"/>
            <a:ext cx="609600" cy="60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90359" y="484570"/>
            <a:ext cx="51901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Thanh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Điệu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592099"/>
              </p:ext>
            </p:extLst>
          </p:nvPr>
        </p:nvGraphicFramePr>
        <p:xfrm>
          <a:off x="242047" y="2038153"/>
          <a:ext cx="8283388" cy="3989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7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5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5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5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5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05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270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6486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86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ba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fo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ge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Ke</a:t>
                      </a:r>
                      <a:endParaRPr 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486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te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hou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fou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gu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Ku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486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bu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pu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ti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hei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fei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gai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kai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486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bai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pai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tu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hu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fu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gei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dei</a:t>
                      </a:r>
                      <a:endParaRPr 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486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bei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pei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dai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gou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kou</a:t>
                      </a:r>
                      <a:endParaRPr 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CE8D5ECC-1C83-4A0D-BF7C-2D954562356F}"/>
              </a:ext>
            </a:extLst>
          </p:cNvPr>
          <p:cNvSpPr/>
          <p:nvPr/>
        </p:nvSpPr>
        <p:spPr>
          <a:xfrm>
            <a:off x="9161929" y="157481"/>
            <a:ext cx="3030071" cy="3937000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8">
            <a:extLst>
              <a:ext uri="{FF2B5EF4-FFF2-40B4-BE49-F238E27FC236}">
                <a16:creationId xmlns:a16="http://schemas.microsoft.com/office/drawing/2014/main" id="{6BDC5108-ECD7-4D1E-BA37-A9A64574A68C}"/>
              </a:ext>
            </a:extLst>
          </p:cNvPr>
          <p:cNvSpPr/>
          <p:nvPr/>
        </p:nvSpPr>
        <p:spPr>
          <a:xfrm>
            <a:off x="9059080" y="4411014"/>
            <a:ext cx="3132920" cy="2167693"/>
          </a:xfrm>
          <a:prstGeom prst="rect">
            <a:avLst/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1530" y="2856790"/>
            <a:ext cx="7315200" cy="3838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1530" y="3506741"/>
            <a:ext cx="7315200" cy="38826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1530" y="4203352"/>
            <a:ext cx="7315200" cy="38734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1530" y="4899035"/>
            <a:ext cx="7315200" cy="39198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6720" y="5494860"/>
            <a:ext cx="7315200" cy="397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007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2" dur="10428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7A222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F494DA6-A362-4396-8AD6-4AD7E9A594E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5849471" cy="6858000"/>
          </a:xfrm>
          <a:prstGeom prst="rect">
            <a:avLst/>
          </a:prstGeom>
        </p:spPr>
      </p:pic>
      <p:sp>
        <p:nvSpPr>
          <p:cNvPr id="13" name="TextBox 25">
            <a:extLst>
              <a:ext uri="{FF2B5EF4-FFF2-40B4-BE49-F238E27FC236}">
                <a16:creationId xmlns:a16="http://schemas.microsoft.com/office/drawing/2014/main" id="{255757C7-8CFE-4EE9-86B1-D8F8678D10EA}"/>
              </a:ext>
            </a:extLst>
          </p:cNvPr>
          <p:cNvSpPr txBox="1"/>
          <p:nvPr/>
        </p:nvSpPr>
        <p:spPr>
          <a:xfrm>
            <a:off x="7700774" y="1137551"/>
            <a:ext cx="2841626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50000"/>
              </a:lnSpc>
              <a:defRPr/>
            </a:pPr>
            <a:r>
              <a:rPr lang="vi-VN" altLang="zh-CN" sz="2800" dirty="0">
                <a:solidFill>
                  <a:prstClr val="white"/>
                </a:solidFill>
                <a:ea typeface="微软雅黑" panose="020B0503020204020204" pitchFamily="34" charset="-122"/>
              </a:rPr>
              <a:t>Cấu tạo chữ Hán</a:t>
            </a:r>
            <a:endParaRPr lang="zh-CN" altLang="en-US" sz="2800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pic>
        <p:nvPicPr>
          <p:cNvPr id="14" name="图片 10">
            <a:extLst>
              <a:ext uri="{FF2B5EF4-FFF2-40B4-BE49-F238E27FC236}">
                <a16:creationId xmlns:a16="http://schemas.microsoft.com/office/drawing/2014/main" id="{66FA4429-5C24-44B0-A90B-9B6CA85BD3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95626" y="965045"/>
            <a:ext cx="500958" cy="991344"/>
          </a:xfrm>
          <a:prstGeom prst="rect">
            <a:avLst/>
          </a:prstGeom>
        </p:spPr>
      </p:pic>
      <p:pic>
        <p:nvPicPr>
          <p:cNvPr id="15" name="图片 11">
            <a:extLst>
              <a:ext uri="{FF2B5EF4-FFF2-40B4-BE49-F238E27FC236}">
                <a16:creationId xmlns:a16="http://schemas.microsoft.com/office/drawing/2014/main" id="{27579638-3306-4F12-AFA9-C9E36F1410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7189348" y="965046"/>
            <a:ext cx="536183" cy="99134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88721" y="2121175"/>
            <a:ext cx="606573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vi-VN" altLang="zh-CN" sz="2400" dirty="0">
                <a:solidFill>
                  <a:srgbClr val="FFFF00"/>
                </a:solidFill>
                <a:ea typeface="微软雅黑" panose="020B0503020204020204" pitchFamily="34" charset="-122"/>
              </a:rPr>
              <a:t>2. Về chữ viết</a:t>
            </a:r>
          </a:p>
          <a:p>
            <a:pPr>
              <a:lnSpc>
                <a:spcPct val="125000"/>
              </a:lnSpc>
            </a:pPr>
            <a:r>
              <a:rPr lang="vi-VN" altLang="zh-CN" sz="2000" dirty="0">
                <a:solidFill>
                  <a:prstClr val="white"/>
                </a:solidFill>
                <a:ea typeface="微软雅黑" panose="020B0503020204020204" pitchFamily="34" charset="-122"/>
              </a:rPr>
              <a:t>Một Hán tự được hình thành bởi 1 hay nhiều </a:t>
            </a:r>
            <a:r>
              <a:rPr lang="vi-VN" altLang="zh-CN" sz="2000" b="1" dirty="0">
                <a:solidFill>
                  <a:srgbClr val="FFFF00"/>
                </a:solidFill>
                <a:ea typeface="微软雅黑" panose="020B0503020204020204" pitchFamily="34" charset="-122"/>
              </a:rPr>
              <a:t>bộ thủ </a:t>
            </a:r>
            <a:r>
              <a:rPr lang="vi-VN" altLang="zh-CN" sz="2000" dirty="0">
                <a:solidFill>
                  <a:prstClr val="white"/>
                </a:solidFill>
                <a:ea typeface="微软雅黑" panose="020B0503020204020204" pitchFamily="34" charset="-122"/>
              </a:rPr>
              <a:t>ghép lại với nhau theo một cấu trúc nhất định.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548" y="4254545"/>
            <a:ext cx="1371600" cy="1371600"/>
          </a:xfrm>
          <a:prstGeom prst="rect">
            <a:avLst/>
          </a:prstGeom>
        </p:spPr>
      </p:pic>
      <p:pic>
        <p:nvPicPr>
          <p:cNvPr id="1026" name="Picture 2" descr="女】Chinese Stroke Order Animation - strokeorder.info"/>
          <p:cNvPicPr>
            <a:picLocks noChangeAspect="1" noChangeArrowheads="1" noCrop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546" y="4391955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孑】的笔画、笔顺动画演示- 笔顺网"/>
          <p:cNvPicPr>
            <a:picLocks noChangeAspect="1" noChangeArrowheads="1" noCrop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6189" y="4391955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qual 1"/>
          <p:cNvSpPr/>
          <p:nvPr/>
        </p:nvSpPr>
        <p:spPr>
          <a:xfrm>
            <a:off x="8102397" y="4655503"/>
            <a:ext cx="469900" cy="387305"/>
          </a:xfrm>
          <a:prstGeom prst="mathEqual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Plus 4"/>
          <p:cNvSpPr/>
          <p:nvPr/>
        </p:nvSpPr>
        <p:spPr>
          <a:xfrm>
            <a:off x="9789327" y="4605802"/>
            <a:ext cx="463550" cy="486705"/>
          </a:xfrm>
          <a:prstGeom prst="mathPlus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80147" y="3577701"/>
            <a:ext cx="612668" cy="4392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lang="vi-VN" altLang="zh-CN" sz="2000" dirty="0">
                <a:solidFill>
                  <a:prstClr val="white"/>
                </a:solidFill>
                <a:ea typeface="微软雅黑" panose="020B0503020204020204" pitchFamily="34" charset="-122"/>
              </a:rPr>
              <a:t>VD: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805" y="5448203"/>
            <a:ext cx="12927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altLang="en-US" dirty="0">
                <a:solidFill>
                  <a:prstClr val="white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Bộ </a:t>
            </a:r>
            <a:r>
              <a:rPr lang="vi-VN" alt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Nữ</a:t>
            </a:r>
          </a:p>
          <a:p>
            <a:pPr algn="ctr"/>
            <a:r>
              <a:rPr lang="vi-VN" altLang="en-US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Nữ giới, con gái, đàn bà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97126" y="5478981"/>
            <a:ext cx="15270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altLang="en-US" dirty="0">
                <a:solidFill>
                  <a:prstClr val="white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Bộ </a:t>
            </a:r>
            <a:r>
              <a:rPr lang="vi-VN" alt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Tử</a:t>
            </a:r>
          </a:p>
          <a:p>
            <a:pPr algn="ctr"/>
            <a:r>
              <a:rPr lang="vi-VN" altLang="en-US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 Con cái (thường chỉ con trai)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22638" y="5694425"/>
            <a:ext cx="17700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vi-VN" altLang="zh-CN" sz="20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Chữ </a:t>
            </a:r>
            <a:r>
              <a:rPr lang="vi-VN" altLang="zh-C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Hảo</a:t>
            </a:r>
            <a:r>
              <a:rPr lang="en-US" altLang="zh-CN" sz="20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altLang="zh-CN" sz="20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altLang="zh-CN" sz="20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good, fine</a:t>
            </a:r>
            <a:endParaRPr lang="en-US" sz="20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83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2" grpId="0" animBg="1"/>
      <p:bldP spid="5" grpId="0" animBg="1"/>
      <p:bldP spid="16" grpId="0"/>
      <p:bldP spid="7" grpId="0"/>
      <p:bldP spid="8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A222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2765465" y="164139"/>
            <a:ext cx="6758150" cy="1093024"/>
            <a:chOff x="503180" y="1804033"/>
            <a:chExt cx="6758150" cy="1093024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DEA9F22E-4E71-42AB-9A8B-85767A5BDFD3}"/>
                </a:ext>
              </a:extLst>
            </p:cNvPr>
            <p:cNvSpPr/>
            <p:nvPr/>
          </p:nvSpPr>
          <p:spPr>
            <a:xfrm>
              <a:off x="1223629" y="1956884"/>
              <a:ext cx="5151021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vi-VN" altLang="zh-CN" sz="3600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Một số kết cấu cơ bản</a:t>
              </a: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1EF67D68-C93D-491E-AFE2-6E7D495505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3180" y="1804033"/>
              <a:ext cx="668919" cy="1003377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CD0B24EE-5F7C-4271-BFB1-6F48E1B1A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592411" y="1893680"/>
              <a:ext cx="668919" cy="1003377"/>
            </a:xfrm>
            <a:prstGeom prst="rect">
              <a:avLst/>
            </a:prstGeom>
          </p:spPr>
        </p:pic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97" y="1935559"/>
            <a:ext cx="5170537" cy="2406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407" y="1731365"/>
            <a:ext cx="2729754" cy="2595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935" y="1935559"/>
            <a:ext cx="3466165" cy="2211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3746" y="4719904"/>
            <a:ext cx="4029075" cy="192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5100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5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C510419-EB0F-4572-A69A-84A7070532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7782"/>
          <a:stretch/>
        </p:blipFill>
        <p:spPr>
          <a:xfrm>
            <a:off x="0" y="4706471"/>
            <a:ext cx="12192000" cy="2157506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167" y="1037663"/>
            <a:ext cx="11080283" cy="4016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48168" y="268941"/>
            <a:ext cx="2229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Bộ thủ</a:t>
            </a:r>
          </a:p>
        </p:txBody>
      </p:sp>
    </p:spTree>
    <p:extLst>
      <p:ext uri="{BB962C8B-B14F-4D97-AF65-F5344CB8AC3E}">
        <p14:creationId xmlns:p14="http://schemas.microsoft.com/office/powerpoint/2010/main" val="1102777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C510419-EB0F-4572-A69A-84A7070532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315" b="57782"/>
          <a:stretch/>
        </p:blipFill>
        <p:spPr>
          <a:xfrm>
            <a:off x="0" y="5284693"/>
            <a:ext cx="12192000" cy="1579283"/>
          </a:xfrm>
          <a:prstGeom prst="rect">
            <a:avLst/>
          </a:prstGeom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776" y="50800"/>
            <a:ext cx="9957174" cy="578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4753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3554x1999 Chùa Trung Quốc ❤ Hình nền máy tính 4K HD cho TV 4K Ultra HD • Kép">
            <a:extLst>
              <a:ext uri="{FF2B5EF4-FFF2-40B4-BE49-F238E27FC236}">
                <a16:creationId xmlns:a16="http://schemas.microsoft.com/office/drawing/2014/main" id="{6F8D72FB-6B4B-40EB-988F-B9A189218B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512"/>
          <a:stretch/>
        </p:blipFill>
        <p:spPr bwMode="auto">
          <a:xfrm>
            <a:off x="4248757" y="547956"/>
            <a:ext cx="7927905" cy="534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E86EB7CF-A81C-450B-80DE-FBC0BDD65147}"/>
              </a:ext>
            </a:extLst>
          </p:cNvPr>
          <p:cNvSpPr/>
          <p:nvPr/>
        </p:nvSpPr>
        <p:spPr>
          <a:xfrm>
            <a:off x="-1" y="0"/>
            <a:ext cx="12176663" cy="6858001"/>
          </a:xfrm>
          <a:custGeom>
            <a:avLst/>
            <a:gdLst>
              <a:gd name="connsiteX0" fmla="*/ 12176663 w 12176663"/>
              <a:gd name="connsiteY0" fmla="*/ 0 h 6858001"/>
              <a:gd name="connsiteX1" fmla="*/ 12176663 w 12176663"/>
              <a:gd name="connsiteY1" fmla="*/ 6858001 h 6858001"/>
              <a:gd name="connsiteX2" fmla="*/ 0 w 12176663"/>
              <a:gd name="connsiteY2" fmla="*/ 6858001 h 6858001"/>
              <a:gd name="connsiteX3" fmla="*/ 0 w 12176663"/>
              <a:gd name="connsiteY3" fmla="*/ 1 h 6858001"/>
              <a:gd name="connsiteX4" fmla="*/ 12176663 w 12176663"/>
              <a:gd name="connsiteY4" fmla="*/ 0 h 6858001"/>
              <a:gd name="connsiteX5" fmla="*/ 10966583 w 12176663"/>
              <a:gd name="connsiteY5" fmla="*/ 444709 h 6858001"/>
              <a:gd name="connsiteX6" fmla="*/ 10867847 w 12176663"/>
              <a:gd name="connsiteY6" fmla="*/ 492385 h 6858001"/>
              <a:gd name="connsiteX7" fmla="*/ 10823570 w 12176663"/>
              <a:gd name="connsiteY7" fmla="*/ 505561 h 6858001"/>
              <a:gd name="connsiteX8" fmla="*/ 10797399 w 12176663"/>
              <a:gd name="connsiteY8" fmla="*/ 516797 h 6858001"/>
              <a:gd name="connsiteX9" fmla="*/ 10594975 w 12176663"/>
              <a:gd name="connsiteY9" fmla="*/ 592770 h 6858001"/>
              <a:gd name="connsiteX10" fmla="*/ 10654531 w 12176663"/>
              <a:gd name="connsiteY10" fmla="*/ 548963 h 6858001"/>
              <a:gd name="connsiteX11" fmla="*/ 10658699 w 12176663"/>
              <a:gd name="connsiteY11" fmla="*/ 540609 h 6858001"/>
              <a:gd name="connsiteX12" fmla="*/ 10614983 w 12176663"/>
              <a:gd name="connsiteY12" fmla="*/ 556097 h 6858001"/>
              <a:gd name="connsiteX13" fmla="*/ 10505300 w 12176663"/>
              <a:gd name="connsiteY13" fmla="*/ 614496 h 6858001"/>
              <a:gd name="connsiteX14" fmla="*/ 10249950 w 12176663"/>
              <a:gd name="connsiteY14" fmla="*/ 693499 h 6858001"/>
              <a:gd name="connsiteX15" fmla="*/ 10116268 w 12176663"/>
              <a:gd name="connsiteY15" fmla="*/ 720990 h 6858001"/>
              <a:gd name="connsiteX16" fmla="*/ 10054715 w 12176663"/>
              <a:gd name="connsiteY16" fmla="*/ 731007 h 6858001"/>
              <a:gd name="connsiteX17" fmla="*/ 9946938 w 12176663"/>
              <a:gd name="connsiteY17" fmla="*/ 754671 h 6858001"/>
              <a:gd name="connsiteX18" fmla="*/ 9902369 w 12176663"/>
              <a:gd name="connsiteY18" fmla="*/ 758124 h 6858001"/>
              <a:gd name="connsiteX19" fmla="*/ 9914334 w 12176663"/>
              <a:gd name="connsiteY19" fmla="*/ 747881 h 6858001"/>
              <a:gd name="connsiteX20" fmla="*/ 9896790 w 12176663"/>
              <a:gd name="connsiteY20" fmla="*/ 752131 h 6858001"/>
              <a:gd name="connsiteX21" fmla="*/ 9827170 w 12176663"/>
              <a:gd name="connsiteY21" fmla="*/ 771446 h 6858001"/>
              <a:gd name="connsiteX22" fmla="*/ 9736376 w 12176663"/>
              <a:gd name="connsiteY22" fmla="*/ 788548 h 6858001"/>
              <a:gd name="connsiteX23" fmla="*/ 9759501 w 12176663"/>
              <a:gd name="connsiteY23" fmla="*/ 790290 h 6858001"/>
              <a:gd name="connsiteX24" fmla="*/ 9654792 w 12176663"/>
              <a:gd name="connsiteY24" fmla="*/ 818106 h 6858001"/>
              <a:gd name="connsiteX25" fmla="*/ 9544504 w 12176663"/>
              <a:gd name="connsiteY25" fmla="*/ 839930 h 6858001"/>
              <a:gd name="connsiteX26" fmla="*/ 9422519 w 12176663"/>
              <a:gd name="connsiteY26" fmla="*/ 864587 h 6858001"/>
              <a:gd name="connsiteX27" fmla="*/ 8886965 w 12176663"/>
              <a:gd name="connsiteY27" fmla="*/ 979650 h 6858001"/>
              <a:gd name="connsiteX28" fmla="*/ 8814276 w 12176663"/>
              <a:gd name="connsiteY28" fmla="*/ 994813 h 6858001"/>
              <a:gd name="connsiteX29" fmla="*/ 8813985 w 12176663"/>
              <a:gd name="connsiteY29" fmla="*/ 985091 h 6858001"/>
              <a:gd name="connsiteX30" fmla="*/ 8758012 w 12176663"/>
              <a:gd name="connsiteY30" fmla="*/ 1001100 h 6858001"/>
              <a:gd name="connsiteX31" fmla="*/ 8640754 w 12176663"/>
              <a:gd name="connsiteY31" fmla="*/ 1019715 h 6858001"/>
              <a:gd name="connsiteX32" fmla="*/ 8616802 w 12176663"/>
              <a:gd name="connsiteY32" fmla="*/ 1023071 h 6858001"/>
              <a:gd name="connsiteX33" fmla="*/ 8411820 w 12176663"/>
              <a:gd name="connsiteY33" fmla="*/ 1062940 h 6858001"/>
              <a:gd name="connsiteX34" fmla="*/ 8394276 w 12176663"/>
              <a:gd name="connsiteY34" fmla="*/ 1067191 h 6858001"/>
              <a:gd name="connsiteX35" fmla="*/ 8339423 w 12176663"/>
              <a:gd name="connsiteY35" fmla="*/ 1087825 h 6858001"/>
              <a:gd name="connsiteX36" fmla="*/ 8257548 w 12176663"/>
              <a:gd name="connsiteY36" fmla="*/ 1107661 h 6858001"/>
              <a:gd name="connsiteX37" fmla="*/ 8037823 w 12176663"/>
              <a:gd name="connsiteY37" fmla="*/ 1163343 h 6858001"/>
              <a:gd name="connsiteX38" fmla="*/ 7966815 w 12176663"/>
              <a:gd name="connsiteY38" fmla="*/ 1185444 h 6858001"/>
              <a:gd name="connsiteX39" fmla="*/ 7962916 w 12176663"/>
              <a:gd name="connsiteY39" fmla="*/ 1186388 h 6858001"/>
              <a:gd name="connsiteX40" fmla="*/ 7909722 w 12176663"/>
              <a:gd name="connsiteY40" fmla="*/ 1196828 h 6858001"/>
              <a:gd name="connsiteX41" fmla="*/ 7624254 w 12176663"/>
              <a:gd name="connsiteY41" fmla="*/ 1253749 h 6858001"/>
              <a:gd name="connsiteX42" fmla="*/ 7414254 w 12176663"/>
              <a:gd name="connsiteY42" fmla="*/ 1289938 h 6858001"/>
              <a:gd name="connsiteX43" fmla="*/ 7278623 w 12176663"/>
              <a:gd name="connsiteY43" fmla="*/ 1317901 h 6858001"/>
              <a:gd name="connsiteX44" fmla="*/ 7206494 w 12176663"/>
              <a:gd name="connsiteY44" fmla="*/ 1335377 h 6858001"/>
              <a:gd name="connsiteX45" fmla="*/ 7131856 w 12176663"/>
              <a:gd name="connsiteY45" fmla="*/ 1351012 h 6858001"/>
              <a:gd name="connsiteX46" fmla="*/ 7046082 w 12176663"/>
              <a:gd name="connsiteY46" fmla="*/ 1371793 h 6858001"/>
              <a:gd name="connsiteX47" fmla="*/ 7004046 w 12176663"/>
              <a:gd name="connsiteY47" fmla="*/ 1394217 h 6858001"/>
              <a:gd name="connsiteX48" fmla="*/ 7044155 w 12176663"/>
              <a:gd name="connsiteY48" fmla="*/ 1389396 h 6858001"/>
              <a:gd name="connsiteX49" fmla="*/ 7141626 w 12176663"/>
              <a:gd name="connsiteY49" fmla="*/ 1365782 h 6858001"/>
              <a:gd name="connsiteX50" fmla="*/ 7232420 w 12176663"/>
              <a:gd name="connsiteY50" fmla="*/ 1348681 h 6858001"/>
              <a:gd name="connsiteX51" fmla="*/ 7260833 w 12176663"/>
              <a:gd name="connsiteY51" fmla="*/ 1346693 h 6858001"/>
              <a:gd name="connsiteX52" fmla="*/ 7205980 w 12176663"/>
              <a:gd name="connsiteY52" fmla="*/ 1367327 h 6858001"/>
              <a:gd name="connsiteX53" fmla="*/ 7053925 w 12176663"/>
              <a:gd name="connsiteY53" fmla="*/ 1404167 h 6858001"/>
              <a:gd name="connsiteX54" fmla="*/ 6911617 w 12176663"/>
              <a:gd name="connsiteY54" fmla="*/ 1438644 h 6858001"/>
              <a:gd name="connsiteX55" fmla="*/ 6646495 w 12176663"/>
              <a:gd name="connsiteY55" fmla="*/ 1502877 h 6858001"/>
              <a:gd name="connsiteX56" fmla="*/ 6532869 w 12176663"/>
              <a:gd name="connsiteY56" fmla="*/ 1527958 h 6858001"/>
              <a:gd name="connsiteX57" fmla="*/ 6519223 w 12176663"/>
              <a:gd name="connsiteY57" fmla="*/ 1531264 h 6858001"/>
              <a:gd name="connsiteX58" fmla="*/ 6429281 w 12176663"/>
              <a:gd name="connsiteY58" fmla="*/ 1560399 h 6858001"/>
              <a:gd name="connsiteX59" fmla="*/ 6386953 w 12176663"/>
              <a:gd name="connsiteY59" fmla="*/ 1573103 h 6858001"/>
              <a:gd name="connsiteX60" fmla="*/ 6166961 w 12176663"/>
              <a:gd name="connsiteY60" fmla="*/ 1636195 h 6858001"/>
              <a:gd name="connsiteX61" fmla="*/ 6126583 w 12176663"/>
              <a:gd name="connsiteY61" fmla="*/ 1648425 h 6858001"/>
              <a:gd name="connsiteX62" fmla="*/ 6102069 w 12176663"/>
              <a:gd name="connsiteY62" fmla="*/ 1649468 h 6858001"/>
              <a:gd name="connsiteX63" fmla="*/ 6112646 w 12176663"/>
              <a:gd name="connsiteY63" fmla="*/ 1642009 h 6858001"/>
              <a:gd name="connsiteX64" fmla="*/ 6132969 w 12176663"/>
              <a:gd name="connsiteY64" fmla="*/ 1632189 h 6858001"/>
              <a:gd name="connsiteX65" fmla="*/ 6144934 w 12176663"/>
              <a:gd name="connsiteY65" fmla="*/ 1621945 h 6858001"/>
              <a:gd name="connsiteX66" fmla="*/ 6128778 w 12176663"/>
              <a:gd name="connsiteY66" fmla="*/ 1623412 h 6858001"/>
              <a:gd name="connsiteX67" fmla="*/ 6115692 w 12176663"/>
              <a:gd name="connsiteY67" fmla="*/ 1629030 h 6858001"/>
              <a:gd name="connsiteX68" fmla="*/ 5720834 w 12176663"/>
              <a:gd name="connsiteY68" fmla="*/ 1754073 h 6858001"/>
              <a:gd name="connsiteX69" fmla="*/ 5655943 w 12176663"/>
              <a:gd name="connsiteY69" fmla="*/ 1767346 h 6858001"/>
              <a:gd name="connsiteX70" fmla="*/ 5673197 w 12176663"/>
              <a:gd name="connsiteY70" fmla="*/ 1753374 h 6858001"/>
              <a:gd name="connsiteX71" fmla="*/ 5866435 w 12176663"/>
              <a:gd name="connsiteY71" fmla="*/ 1682075 h 6858001"/>
              <a:gd name="connsiteX72" fmla="*/ 6132094 w 12176663"/>
              <a:gd name="connsiteY72" fmla="*/ 1603023 h 6858001"/>
              <a:gd name="connsiteX73" fmla="*/ 6135993 w 12176663"/>
              <a:gd name="connsiteY73" fmla="*/ 1602078 h 6858001"/>
              <a:gd name="connsiteX74" fmla="*/ 6204759 w 12176663"/>
              <a:gd name="connsiteY74" fmla="*/ 1570729 h 6858001"/>
              <a:gd name="connsiteX75" fmla="*/ 6435889 w 12176663"/>
              <a:gd name="connsiteY75" fmla="*/ 1502490 h 6858001"/>
              <a:gd name="connsiteX76" fmla="*/ 6522493 w 12176663"/>
              <a:gd name="connsiteY76" fmla="*/ 1476611 h 6858001"/>
              <a:gd name="connsiteX77" fmla="*/ 6591575 w 12176663"/>
              <a:gd name="connsiteY77" fmla="*/ 1472116 h 6858001"/>
              <a:gd name="connsiteX78" fmla="*/ 6597983 w 12176663"/>
              <a:gd name="connsiteY78" fmla="*/ 1473011 h 6858001"/>
              <a:gd name="connsiteX79" fmla="*/ 6643357 w 12176663"/>
              <a:gd name="connsiteY79" fmla="*/ 1447329 h 6858001"/>
              <a:gd name="connsiteX80" fmla="*/ 6929362 w 12176663"/>
              <a:gd name="connsiteY80" fmla="*/ 1375589 h 6858001"/>
              <a:gd name="connsiteX81" fmla="*/ 7027393 w 12176663"/>
              <a:gd name="connsiteY81" fmla="*/ 1354286 h 6858001"/>
              <a:gd name="connsiteX82" fmla="*/ 7205351 w 12176663"/>
              <a:gd name="connsiteY82" fmla="*/ 1313620 h 6858001"/>
              <a:gd name="connsiteX83" fmla="*/ 7842543 w 12176663"/>
              <a:gd name="connsiteY83" fmla="*/ 1166588 h 6858001"/>
              <a:gd name="connsiteX84" fmla="*/ 8095139 w 12176663"/>
              <a:gd name="connsiteY84" fmla="*/ 1110286 h 6858001"/>
              <a:gd name="connsiteX85" fmla="*/ 8099868 w 12176663"/>
              <a:gd name="connsiteY85" fmla="*/ 1104244 h 6858001"/>
              <a:gd name="connsiteX86" fmla="*/ 8086490 w 12176663"/>
              <a:gd name="connsiteY86" fmla="*/ 1100141 h 6858001"/>
              <a:gd name="connsiteX87" fmla="*/ 8153599 w 12176663"/>
              <a:gd name="connsiteY87" fmla="*/ 1078985 h 6858001"/>
              <a:gd name="connsiteX88" fmla="*/ 8275292 w 12176663"/>
              <a:gd name="connsiteY88" fmla="*/ 1044605 h 6858001"/>
              <a:gd name="connsiteX89" fmla="*/ 8333774 w 12176663"/>
              <a:gd name="connsiteY89" fmla="*/ 1030436 h 6858001"/>
              <a:gd name="connsiteX90" fmla="*/ 8601406 w 12176663"/>
              <a:gd name="connsiteY90" fmla="*/ 968044 h 6858001"/>
              <a:gd name="connsiteX91" fmla="*/ 8816135 w 12176663"/>
              <a:gd name="connsiteY91" fmla="*/ 925813 h 6858001"/>
              <a:gd name="connsiteX92" fmla="*/ 8869328 w 12176663"/>
              <a:gd name="connsiteY92" fmla="*/ 915374 h 6858001"/>
              <a:gd name="connsiteX93" fmla="*/ 8948135 w 12176663"/>
              <a:gd name="connsiteY93" fmla="*/ 891385 h 6858001"/>
              <a:gd name="connsiteX94" fmla="*/ 9084302 w 12176663"/>
              <a:gd name="connsiteY94" fmla="*/ 848601 h 6858001"/>
              <a:gd name="connsiteX95" fmla="*/ 8958419 w 12176663"/>
              <a:gd name="connsiteY95" fmla="*/ 874204 h 6858001"/>
              <a:gd name="connsiteX96" fmla="*/ 8824738 w 12176663"/>
              <a:gd name="connsiteY96" fmla="*/ 901695 h 6858001"/>
              <a:gd name="connsiteX97" fmla="*/ 8790186 w 12176663"/>
              <a:gd name="connsiteY97" fmla="*/ 895378 h 6858001"/>
              <a:gd name="connsiteX98" fmla="*/ 8761213 w 12176663"/>
              <a:gd name="connsiteY98" fmla="*/ 895052 h 6858001"/>
              <a:gd name="connsiteX99" fmla="*/ 8738672 w 12176663"/>
              <a:gd name="connsiteY99" fmla="*/ 912754 h 6858001"/>
              <a:gd name="connsiteX100" fmla="*/ 8682967 w 12176663"/>
              <a:gd name="connsiteY100" fmla="*/ 921354 h 6858001"/>
              <a:gd name="connsiteX101" fmla="*/ 8549017 w 12176663"/>
              <a:gd name="connsiteY101" fmla="*/ 956255 h 6858001"/>
              <a:gd name="connsiteX102" fmla="*/ 8495823 w 12176663"/>
              <a:gd name="connsiteY102" fmla="*/ 966695 h 6858001"/>
              <a:gd name="connsiteX103" fmla="*/ 8482177 w 12176663"/>
              <a:gd name="connsiteY103" fmla="*/ 970001 h 6858001"/>
              <a:gd name="connsiteX104" fmla="*/ 8506107 w 12176663"/>
              <a:gd name="connsiteY104" fmla="*/ 949514 h 6858001"/>
              <a:gd name="connsiteX105" fmla="*/ 8485493 w 12176663"/>
              <a:gd name="connsiteY105" fmla="*/ 949612 h 6858001"/>
              <a:gd name="connsiteX106" fmla="*/ 8423940 w 12176663"/>
              <a:gd name="connsiteY106" fmla="*/ 959628 h 6858001"/>
              <a:gd name="connsiteX107" fmla="*/ 8315601 w 12176663"/>
              <a:gd name="connsiteY107" fmla="*/ 980979 h 6858001"/>
              <a:gd name="connsiteX108" fmla="*/ 8220640 w 12176663"/>
              <a:gd name="connsiteY108" fmla="*/ 1006435 h 6858001"/>
              <a:gd name="connsiteX109" fmla="*/ 8134036 w 12176663"/>
              <a:gd name="connsiteY109" fmla="*/ 1032312 h 6858001"/>
              <a:gd name="connsiteX110" fmla="*/ 7605474 w 12176663"/>
              <a:gd name="connsiteY110" fmla="*/ 1167715 h 6858001"/>
              <a:gd name="connsiteX111" fmla="*/ 7491287 w 12176663"/>
              <a:gd name="connsiteY111" fmla="*/ 1190484 h 6858001"/>
              <a:gd name="connsiteX112" fmla="*/ 7395765 w 12176663"/>
              <a:gd name="connsiteY112" fmla="*/ 1213627 h 6858001"/>
              <a:gd name="connsiteX113" fmla="*/ 7301632 w 12176663"/>
              <a:gd name="connsiteY113" fmla="*/ 1233984 h 6858001"/>
              <a:gd name="connsiteX114" fmla="*/ 7209449 w 12176663"/>
              <a:gd name="connsiteY114" fmla="*/ 1253870 h 6858001"/>
              <a:gd name="connsiteX115" fmla="*/ 7060173 w 12176663"/>
              <a:gd name="connsiteY115" fmla="*/ 1285139 h 6858001"/>
              <a:gd name="connsiteX116" fmla="*/ 6900320 w 12176663"/>
              <a:gd name="connsiteY116" fmla="*/ 1323868 h 6858001"/>
              <a:gd name="connsiteX117" fmla="*/ 6777507 w 12176663"/>
              <a:gd name="connsiteY117" fmla="*/ 1353623 h 6858001"/>
              <a:gd name="connsiteX118" fmla="*/ 6657740 w 12176663"/>
              <a:gd name="connsiteY118" fmla="*/ 1370399 h 6858001"/>
              <a:gd name="connsiteX119" fmla="*/ 6651891 w 12176663"/>
              <a:gd name="connsiteY119" fmla="*/ 1371815 h 6858001"/>
              <a:gd name="connsiteX120" fmla="*/ 6629350 w 12176663"/>
              <a:gd name="connsiteY120" fmla="*/ 1389518 h 6858001"/>
              <a:gd name="connsiteX121" fmla="*/ 6499860 w 12176663"/>
              <a:gd name="connsiteY121" fmla="*/ 1425787 h 6858001"/>
              <a:gd name="connsiteX122" fmla="*/ 6104151 w 12176663"/>
              <a:gd name="connsiteY122" fmla="*/ 1538795 h 6858001"/>
              <a:gd name="connsiteX123" fmla="*/ 5717090 w 12176663"/>
              <a:gd name="connsiteY123" fmla="*/ 1661949 h 6858001"/>
              <a:gd name="connsiteX124" fmla="*/ 5374866 w 12176663"/>
              <a:gd name="connsiteY124" fmla="*/ 1774240 h 6858001"/>
              <a:gd name="connsiteX125" fmla="*/ 5163253 w 12176663"/>
              <a:gd name="connsiteY125" fmla="*/ 1854887 h 6858001"/>
              <a:gd name="connsiteX126" fmla="*/ 5068024 w 12176663"/>
              <a:gd name="connsiteY126" fmla="*/ 1887752 h 6858001"/>
              <a:gd name="connsiteX127" fmla="*/ 4948571 w 12176663"/>
              <a:gd name="connsiteY127" fmla="*/ 1931381 h 6858001"/>
              <a:gd name="connsiteX128" fmla="*/ 4840547 w 12176663"/>
              <a:gd name="connsiteY128" fmla="*/ 1979586 h 6858001"/>
              <a:gd name="connsiteX129" fmla="*/ 4832773 w 12176663"/>
              <a:gd name="connsiteY129" fmla="*/ 1998608 h 6858001"/>
              <a:gd name="connsiteX130" fmla="*/ 4824169 w 12176663"/>
              <a:gd name="connsiteY130" fmla="*/ 2022726 h 6858001"/>
              <a:gd name="connsiteX131" fmla="*/ 4830040 w 12176663"/>
              <a:gd name="connsiteY131" fmla="*/ 2038441 h 6858001"/>
              <a:gd name="connsiteX132" fmla="*/ 4990116 w 12176663"/>
              <a:gd name="connsiteY132" fmla="*/ 1958039 h 6858001"/>
              <a:gd name="connsiteX133" fmla="*/ 5031054 w 12176663"/>
              <a:gd name="connsiteY133" fmla="*/ 1948120 h 6858001"/>
              <a:gd name="connsiteX134" fmla="*/ 5007123 w 12176663"/>
              <a:gd name="connsiteY134" fmla="*/ 1968608 h 6858001"/>
              <a:gd name="connsiteX135" fmla="*/ 4958970 w 12176663"/>
              <a:gd name="connsiteY135" fmla="*/ 1999859 h 6858001"/>
              <a:gd name="connsiteX136" fmla="*/ 4884647 w 12176663"/>
              <a:gd name="connsiteY136" fmla="*/ 2042348 h 6858001"/>
              <a:gd name="connsiteX137" fmla="*/ 4837323 w 12176663"/>
              <a:gd name="connsiteY137" fmla="*/ 2068503 h 6858001"/>
              <a:gd name="connsiteX138" fmla="*/ 4866004 w 12176663"/>
              <a:gd name="connsiteY138" fmla="*/ 2059106 h 6858001"/>
              <a:gd name="connsiteX139" fmla="*/ 4885498 w 12176663"/>
              <a:gd name="connsiteY139" fmla="*/ 2054383 h 6858001"/>
              <a:gd name="connsiteX140" fmla="*/ 4891638 w 12176663"/>
              <a:gd name="connsiteY140" fmla="*/ 2062688 h 6858001"/>
              <a:gd name="connsiteX141" fmla="*/ 4884961 w 12176663"/>
              <a:gd name="connsiteY141" fmla="*/ 2069202 h 6858001"/>
              <a:gd name="connsiteX142" fmla="*/ 4880548 w 12176663"/>
              <a:gd name="connsiteY142" fmla="*/ 2102098 h 6858001"/>
              <a:gd name="connsiteX143" fmla="*/ 4863026 w 12176663"/>
              <a:gd name="connsiteY143" fmla="*/ 2123480 h 6858001"/>
              <a:gd name="connsiteX144" fmla="*/ 4822649 w 12176663"/>
              <a:gd name="connsiteY144" fmla="*/ 2135712 h 6858001"/>
              <a:gd name="connsiteX145" fmla="*/ 4745301 w 12176663"/>
              <a:gd name="connsiteY145" fmla="*/ 2208311 h 6858001"/>
              <a:gd name="connsiteX146" fmla="*/ 4781488 w 12176663"/>
              <a:gd name="connsiteY146" fmla="*/ 2187302 h 6858001"/>
              <a:gd name="connsiteX147" fmla="*/ 4821842 w 12176663"/>
              <a:gd name="connsiteY147" fmla="*/ 2157941 h 6858001"/>
              <a:gd name="connsiteX148" fmla="*/ 4852181 w 12176663"/>
              <a:gd name="connsiteY148" fmla="*/ 2138349 h 6858001"/>
              <a:gd name="connsiteX149" fmla="*/ 4865267 w 12176663"/>
              <a:gd name="connsiteY149" fmla="*/ 2132730 h 6858001"/>
              <a:gd name="connsiteX150" fmla="*/ 4873916 w 12176663"/>
              <a:gd name="connsiteY150" fmla="*/ 2142875 h 6858001"/>
              <a:gd name="connsiteX151" fmla="*/ 4871430 w 12176663"/>
              <a:gd name="connsiteY151" fmla="*/ 2158167 h 6858001"/>
              <a:gd name="connsiteX152" fmla="*/ 4841943 w 12176663"/>
              <a:gd name="connsiteY152" fmla="*/ 2189793 h 6858001"/>
              <a:gd name="connsiteX153" fmla="*/ 4814136 w 12176663"/>
              <a:gd name="connsiteY153" fmla="*/ 2228356 h 6858001"/>
              <a:gd name="connsiteX154" fmla="*/ 4793568 w 12176663"/>
              <a:gd name="connsiteY154" fmla="*/ 2262718 h 6858001"/>
              <a:gd name="connsiteX155" fmla="*/ 4669433 w 12176663"/>
              <a:gd name="connsiteY155" fmla="*/ 2346654 h 6858001"/>
              <a:gd name="connsiteX156" fmla="*/ 4621550 w 12176663"/>
              <a:gd name="connsiteY156" fmla="*/ 2370496 h 6858001"/>
              <a:gd name="connsiteX157" fmla="*/ 4619624 w 12176663"/>
              <a:gd name="connsiteY157" fmla="*/ 2388099 h 6858001"/>
              <a:gd name="connsiteX158" fmla="*/ 4683394 w 12176663"/>
              <a:gd name="connsiteY158" fmla="*/ 2370201 h 6858001"/>
              <a:gd name="connsiteX159" fmla="*/ 4742145 w 12176663"/>
              <a:gd name="connsiteY159" fmla="*/ 2348623 h 6858001"/>
              <a:gd name="connsiteX160" fmla="*/ 4749137 w 12176663"/>
              <a:gd name="connsiteY160" fmla="*/ 2368962 h 6858001"/>
              <a:gd name="connsiteX161" fmla="*/ 4729397 w 12176663"/>
              <a:gd name="connsiteY161" fmla="*/ 2398226 h 6858001"/>
              <a:gd name="connsiteX162" fmla="*/ 4712996 w 12176663"/>
              <a:gd name="connsiteY162" fmla="*/ 2424234 h 6858001"/>
              <a:gd name="connsiteX163" fmla="*/ 4724424 w 12176663"/>
              <a:gd name="connsiteY163" fmla="*/ 2428810 h 6858001"/>
              <a:gd name="connsiteX164" fmla="*/ 4726957 w 12176663"/>
              <a:gd name="connsiteY164" fmla="*/ 2447782 h 6858001"/>
              <a:gd name="connsiteX165" fmla="*/ 4717232 w 12176663"/>
              <a:gd name="connsiteY165" fmla="*/ 2467275 h 6858001"/>
              <a:gd name="connsiteX166" fmla="*/ 4693862 w 12176663"/>
              <a:gd name="connsiteY166" fmla="*/ 2490075 h 6858001"/>
              <a:gd name="connsiteX167" fmla="*/ 4677192 w 12176663"/>
              <a:gd name="connsiteY167" fmla="*/ 2523492 h 6858001"/>
              <a:gd name="connsiteX168" fmla="*/ 4703432 w 12176663"/>
              <a:gd name="connsiteY168" fmla="*/ 2563650 h 6858001"/>
              <a:gd name="connsiteX169" fmla="*/ 4695657 w 12176663"/>
              <a:gd name="connsiteY169" fmla="*/ 2582671 h 6858001"/>
              <a:gd name="connsiteX170" fmla="*/ 4679525 w 12176663"/>
              <a:gd name="connsiteY170" fmla="*/ 2601268 h 6858001"/>
              <a:gd name="connsiteX171" fmla="*/ 4697898 w 12176663"/>
              <a:gd name="connsiteY171" fmla="*/ 2591921 h 6858001"/>
              <a:gd name="connsiteX172" fmla="*/ 4722435 w 12176663"/>
              <a:gd name="connsiteY172" fmla="*/ 2608010 h 6858001"/>
              <a:gd name="connsiteX173" fmla="*/ 4712465 w 12176663"/>
              <a:gd name="connsiteY173" fmla="*/ 2652045 h 6858001"/>
              <a:gd name="connsiteX174" fmla="*/ 4688290 w 12176663"/>
              <a:gd name="connsiteY174" fmla="*/ 2697073 h 6858001"/>
              <a:gd name="connsiteX175" fmla="*/ 4641234 w 12176663"/>
              <a:gd name="connsiteY175" fmla="*/ 2715818 h 6858001"/>
              <a:gd name="connsiteX176" fmla="*/ 4591961 w 12176663"/>
              <a:gd name="connsiteY176" fmla="*/ 2742445 h 6858001"/>
              <a:gd name="connsiteX177" fmla="*/ 4617396 w 12176663"/>
              <a:gd name="connsiteY177" fmla="*/ 2804832 h 6858001"/>
              <a:gd name="connsiteX178" fmla="*/ 4642469 w 12176663"/>
              <a:gd name="connsiteY178" fmla="*/ 2806102 h 6858001"/>
              <a:gd name="connsiteX179" fmla="*/ 4608254 w 12176663"/>
              <a:gd name="connsiteY179" fmla="*/ 2843769 h 6858001"/>
              <a:gd name="connsiteX180" fmla="*/ 4577401 w 12176663"/>
              <a:gd name="connsiteY180" fmla="*/ 2895312 h 6858001"/>
              <a:gd name="connsiteX181" fmla="*/ 4575206 w 12176663"/>
              <a:gd name="connsiteY181" fmla="*/ 2920326 h 6858001"/>
              <a:gd name="connsiteX182" fmla="*/ 4594723 w 12176663"/>
              <a:gd name="connsiteY182" fmla="*/ 2932735 h 6858001"/>
              <a:gd name="connsiteX183" fmla="*/ 4633420 w 12176663"/>
              <a:gd name="connsiteY183" fmla="*/ 2913567 h 6858001"/>
              <a:gd name="connsiteX184" fmla="*/ 4687981 w 12176663"/>
              <a:gd name="connsiteY184" fmla="*/ 2883211 h 6858001"/>
              <a:gd name="connsiteX185" fmla="*/ 4725849 w 12176663"/>
              <a:gd name="connsiteY185" fmla="*/ 2869139 h 6858001"/>
              <a:gd name="connsiteX186" fmla="*/ 4711105 w 12176663"/>
              <a:gd name="connsiteY186" fmla="*/ 2884953 h 6858001"/>
              <a:gd name="connsiteX187" fmla="*/ 4701673 w 12176663"/>
              <a:gd name="connsiteY187" fmla="*/ 2914168 h 6858001"/>
              <a:gd name="connsiteX188" fmla="*/ 4734790 w 12176663"/>
              <a:gd name="connsiteY188" fmla="*/ 2889007 h 6858001"/>
              <a:gd name="connsiteX189" fmla="*/ 4796543 w 12176663"/>
              <a:gd name="connsiteY189" fmla="*/ 2820186 h 6858001"/>
              <a:gd name="connsiteX190" fmla="*/ 4934076 w 12176663"/>
              <a:gd name="connsiteY190" fmla="*/ 2757486 h 6858001"/>
              <a:gd name="connsiteX191" fmla="*/ 4948283 w 12176663"/>
              <a:gd name="connsiteY191" fmla="*/ 2756493 h 6858001"/>
              <a:gd name="connsiteX192" fmla="*/ 4958590 w 12176663"/>
              <a:gd name="connsiteY192" fmla="*/ 2756443 h 6858001"/>
              <a:gd name="connsiteX193" fmla="*/ 4915165 w 12176663"/>
              <a:gd name="connsiteY193" fmla="*/ 2781653 h 6858001"/>
              <a:gd name="connsiteX194" fmla="*/ 4904052 w 12176663"/>
              <a:gd name="connsiteY194" fmla="*/ 2803932 h 6858001"/>
              <a:gd name="connsiteX195" fmla="*/ 4946380 w 12176663"/>
              <a:gd name="connsiteY195" fmla="*/ 2791229 h 6858001"/>
              <a:gd name="connsiteX196" fmla="*/ 4894911 w 12176663"/>
              <a:gd name="connsiteY196" fmla="*/ 2842869 h 6858001"/>
              <a:gd name="connsiteX197" fmla="*/ 4857626 w 12176663"/>
              <a:gd name="connsiteY197" fmla="*/ 2876384 h 6858001"/>
              <a:gd name="connsiteX198" fmla="*/ 4892716 w 12176663"/>
              <a:gd name="connsiteY198" fmla="*/ 2867883 h 6858001"/>
              <a:gd name="connsiteX199" fmla="*/ 4913868 w 12176663"/>
              <a:gd name="connsiteY199" fmla="*/ 2852966 h 6858001"/>
              <a:gd name="connsiteX200" fmla="*/ 5046943 w 12176663"/>
              <a:gd name="connsiteY200" fmla="*/ 2788898 h 6858001"/>
              <a:gd name="connsiteX201" fmla="*/ 5144683 w 12176663"/>
              <a:gd name="connsiteY201" fmla="*/ 2757873 h 6858001"/>
              <a:gd name="connsiteX202" fmla="*/ 5133278 w 12176663"/>
              <a:gd name="connsiteY202" fmla="*/ 2770430 h 6858001"/>
              <a:gd name="connsiteX203" fmla="*/ 5115465 w 12176663"/>
              <a:gd name="connsiteY203" fmla="*/ 2782089 h 6858001"/>
              <a:gd name="connsiteX204" fmla="*/ 5124943 w 12176663"/>
              <a:gd name="connsiteY204" fmla="*/ 2787138 h 6858001"/>
              <a:gd name="connsiteX205" fmla="*/ 5128013 w 12176663"/>
              <a:gd name="connsiteY205" fmla="*/ 2791290 h 6858001"/>
              <a:gd name="connsiteX206" fmla="*/ 4910575 w 12176663"/>
              <a:gd name="connsiteY206" fmla="*/ 2890486 h 6858001"/>
              <a:gd name="connsiteX207" fmla="*/ 4807010 w 12176663"/>
              <a:gd name="connsiteY207" fmla="*/ 2940060 h 6858001"/>
              <a:gd name="connsiteX208" fmla="*/ 4830135 w 12176663"/>
              <a:gd name="connsiteY208" fmla="*/ 2941802 h 6858001"/>
              <a:gd name="connsiteX209" fmla="*/ 4900314 w 12176663"/>
              <a:gd name="connsiteY209" fmla="*/ 2924799 h 6858001"/>
              <a:gd name="connsiteX210" fmla="*/ 4942641 w 12176663"/>
              <a:gd name="connsiteY210" fmla="*/ 2912095 h 6858001"/>
              <a:gd name="connsiteX211" fmla="*/ 5145604 w 12176663"/>
              <a:gd name="connsiteY211" fmla="*/ 2821303 h 6858001"/>
              <a:gd name="connsiteX212" fmla="*/ 5181814 w 12176663"/>
              <a:gd name="connsiteY212" fmla="*/ 2817427 h 6858001"/>
              <a:gd name="connsiteX213" fmla="*/ 5124474 w 12176663"/>
              <a:gd name="connsiteY213" fmla="*/ 2853353 h 6858001"/>
              <a:gd name="connsiteX214" fmla="*/ 5052929 w 12176663"/>
              <a:gd name="connsiteY214" fmla="*/ 2890272 h 6858001"/>
              <a:gd name="connsiteX215" fmla="*/ 5001707 w 12176663"/>
              <a:gd name="connsiteY215" fmla="*/ 2917371 h 6858001"/>
              <a:gd name="connsiteX216" fmla="*/ 4985014 w 12176663"/>
              <a:gd name="connsiteY216" fmla="*/ 2933656 h 6858001"/>
              <a:gd name="connsiteX217" fmla="*/ 5010916 w 12176663"/>
              <a:gd name="connsiteY217" fmla="*/ 2929829 h 6858001"/>
              <a:gd name="connsiteX218" fmla="*/ 5026243 w 12176663"/>
              <a:gd name="connsiteY218" fmla="*/ 2933460 h 6858001"/>
              <a:gd name="connsiteX219" fmla="*/ 5034332 w 12176663"/>
              <a:gd name="connsiteY219" fmla="*/ 2941293 h 6858001"/>
              <a:gd name="connsiteX220" fmla="*/ 5025997 w 12176663"/>
              <a:gd name="connsiteY220" fmla="*/ 2958002 h 6858001"/>
              <a:gd name="connsiteX221" fmla="*/ 5041324 w 12176663"/>
              <a:gd name="connsiteY221" fmla="*/ 2961633 h 6858001"/>
              <a:gd name="connsiteX222" fmla="*/ 5089769 w 12176663"/>
              <a:gd name="connsiteY222" fmla="*/ 2940104 h 6858001"/>
              <a:gd name="connsiteX223" fmla="*/ 5059989 w 12176663"/>
              <a:gd name="connsiteY223" fmla="*/ 2962007 h 6858001"/>
              <a:gd name="connsiteX224" fmla="*/ 5032720 w 12176663"/>
              <a:gd name="connsiteY224" fmla="*/ 2985751 h 6858001"/>
              <a:gd name="connsiteX225" fmla="*/ 5120422 w 12176663"/>
              <a:gd name="connsiteY225" fmla="*/ 2947366 h 6858001"/>
              <a:gd name="connsiteX226" fmla="*/ 5206174 w 12176663"/>
              <a:gd name="connsiteY226" fmla="*/ 2909453 h 6858001"/>
              <a:gd name="connsiteX227" fmla="*/ 5243236 w 12176663"/>
              <a:gd name="connsiteY227" fmla="*/ 2917611 h 6858001"/>
              <a:gd name="connsiteX228" fmla="*/ 5280298 w 12176663"/>
              <a:gd name="connsiteY228" fmla="*/ 2925769 h 6858001"/>
              <a:gd name="connsiteX229" fmla="*/ 5222106 w 12176663"/>
              <a:gd name="connsiteY229" fmla="*/ 2949661 h 6858001"/>
              <a:gd name="connsiteX230" fmla="*/ 5179510 w 12176663"/>
              <a:gd name="connsiteY230" fmla="*/ 2969773 h 6858001"/>
              <a:gd name="connsiteX231" fmla="*/ 5188989 w 12176663"/>
              <a:gd name="connsiteY231" fmla="*/ 2974821 h 6858001"/>
              <a:gd name="connsiteX232" fmla="*/ 5083744 w 12176663"/>
              <a:gd name="connsiteY232" fmla="*/ 3017457 h 6858001"/>
              <a:gd name="connsiteX233" fmla="*/ 5137475 w 12176663"/>
              <a:gd name="connsiteY233" fmla="*/ 2992198 h 6858001"/>
              <a:gd name="connsiteX234" fmla="*/ 5157239 w 12176663"/>
              <a:gd name="connsiteY234" fmla="*/ 2980065 h 6858001"/>
              <a:gd name="connsiteX235" fmla="*/ 5027233 w 12176663"/>
              <a:gd name="connsiteY235" fmla="*/ 3048285 h 6858001"/>
              <a:gd name="connsiteX236" fmla="*/ 5041731 w 12176663"/>
              <a:gd name="connsiteY236" fmla="*/ 3057014 h 6858001"/>
              <a:gd name="connsiteX237" fmla="*/ 5068731 w 12176663"/>
              <a:gd name="connsiteY237" fmla="*/ 3040679 h 6858001"/>
              <a:gd name="connsiteX238" fmla="*/ 5064003 w 12176663"/>
              <a:gd name="connsiteY238" fmla="*/ 3046721 h 6858001"/>
              <a:gd name="connsiteX239" fmla="*/ 5051770 w 12176663"/>
              <a:gd name="connsiteY239" fmla="*/ 3064374 h 6858001"/>
              <a:gd name="connsiteX240" fmla="*/ 5122240 w 12176663"/>
              <a:gd name="connsiteY240" fmla="*/ 3057094 h 6858001"/>
              <a:gd name="connsiteX241" fmla="*/ 5197439 w 12176663"/>
              <a:gd name="connsiteY241" fmla="*/ 3043772 h 6858001"/>
              <a:gd name="connsiteX242" fmla="*/ 5167929 w 12176663"/>
              <a:gd name="connsiteY242" fmla="*/ 3058266 h 6858001"/>
              <a:gd name="connsiteX243" fmla="*/ 5050717 w 12176663"/>
              <a:gd name="connsiteY243" fmla="*/ 3111145 h 6858001"/>
              <a:gd name="connsiteX244" fmla="*/ 4955779 w 12176663"/>
              <a:gd name="connsiteY244" fmla="*/ 3153732 h 6858001"/>
              <a:gd name="connsiteX245" fmla="*/ 4948834 w 12176663"/>
              <a:gd name="connsiteY245" fmla="*/ 3167656 h 6858001"/>
              <a:gd name="connsiteX246" fmla="*/ 4931312 w 12176663"/>
              <a:gd name="connsiteY246" fmla="*/ 3189038 h 6858001"/>
              <a:gd name="connsiteX247" fmla="*/ 4904871 w 12176663"/>
              <a:gd name="connsiteY247" fmla="*/ 3207685 h 6858001"/>
              <a:gd name="connsiteX248" fmla="*/ 4928018 w 12176663"/>
              <a:gd name="connsiteY248" fmla="*/ 3226559 h 6858001"/>
              <a:gd name="connsiteX249" fmla="*/ 4946147 w 12176663"/>
              <a:gd name="connsiteY249" fmla="*/ 3241753 h 6858001"/>
              <a:gd name="connsiteX250" fmla="*/ 5027462 w 12176663"/>
              <a:gd name="connsiteY250" fmla="*/ 3219603 h 6858001"/>
              <a:gd name="connsiteX251" fmla="*/ 5132976 w 12176663"/>
              <a:gd name="connsiteY251" fmla="*/ 3169557 h 6858001"/>
              <a:gd name="connsiteX252" fmla="*/ 5124082 w 12176663"/>
              <a:gd name="connsiteY252" fmla="*/ 3183953 h 6858001"/>
              <a:gd name="connsiteX253" fmla="*/ 5120765 w 12176663"/>
              <a:gd name="connsiteY253" fmla="*/ 3204343 h 6858001"/>
              <a:gd name="connsiteX254" fmla="*/ 5057579 w 12176663"/>
              <a:gd name="connsiteY254" fmla="*/ 3241686 h 6858001"/>
              <a:gd name="connsiteX255" fmla="*/ 4997169 w 12176663"/>
              <a:gd name="connsiteY255" fmla="*/ 3273458 h 6858001"/>
              <a:gd name="connsiteX256" fmla="*/ 5053702 w 12176663"/>
              <a:gd name="connsiteY256" fmla="*/ 3259762 h 6858001"/>
              <a:gd name="connsiteX257" fmla="*/ 5173983 w 12176663"/>
              <a:gd name="connsiteY257" fmla="*/ 3211035 h 6858001"/>
              <a:gd name="connsiteX258" fmla="*/ 5131679 w 12176663"/>
              <a:gd name="connsiteY258" fmla="*/ 3240870 h 6858001"/>
              <a:gd name="connsiteX259" fmla="*/ 5072390 w 12176663"/>
              <a:gd name="connsiteY259" fmla="*/ 3277268 h 6858001"/>
              <a:gd name="connsiteX260" fmla="*/ 4961051 w 12176663"/>
              <a:gd name="connsiteY260" fmla="*/ 3345862 h 6858001"/>
              <a:gd name="connsiteX261" fmla="*/ 4931833 w 12176663"/>
              <a:gd name="connsiteY261" fmla="*/ 3370078 h 6858001"/>
              <a:gd name="connsiteX262" fmla="*/ 4919599 w 12176663"/>
              <a:gd name="connsiteY262" fmla="*/ 3387731 h 6858001"/>
              <a:gd name="connsiteX263" fmla="*/ 4968871 w 12176663"/>
              <a:gd name="connsiteY263" fmla="*/ 3361104 h 6858001"/>
              <a:gd name="connsiteX264" fmla="*/ 5042075 w 12176663"/>
              <a:gd name="connsiteY264" fmla="*/ 3313991 h 6858001"/>
              <a:gd name="connsiteX265" fmla="*/ 5076872 w 12176663"/>
              <a:gd name="connsiteY265" fmla="*/ 3295767 h 6858001"/>
              <a:gd name="connsiteX266" fmla="*/ 5096950 w 12176663"/>
              <a:gd name="connsiteY266" fmla="*/ 3310489 h 6858001"/>
              <a:gd name="connsiteX267" fmla="*/ 5120635 w 12176663"/>
              <a:gd name="connsiteY267" fmla="*/ 3314543 h 6858001"/>
              <a:gd name="connsiteX268" fmla="*/ 5429135 w 12176663"/>
              <a:gd name="connsiteY268" fmla="*/ 3190837 h 6858001"/>
              <a:gd name="connsiteX269" fmla="*/ 5531088 w 12176663"/>
              <a:gd name="connsiteY269" fmla="*/ 3185722 h 6858001"/>
              <a:gd name="connsiteX270" fmla="*/ 5538348 w 12176663"/>
              <a:gd name="connsiteY270" fmla="*/ 3198652 h 6858001"/>
              <a:gd name="connsiteX271" fmla="*/ 5446458 w 12176663"/>
              <a:gd name="connsiteY271" fmla="*/ 3228260 h 6858001"/>
              <a:gd name="connsiteX272" fmla="*/ 5318915 w 12176663"/>
              <a:gd name="connsiteY272" fmla="*/ 3264056 h 6858001"/>
              <a:gd name="connsiteX273" fmla="*/ 5243448 w 12176663"/>
              <a:gd name="connsiteY273" fmla="*/ 3284788 h 6858001"/>
              <a:gd name="connsiteX274" fmla="*/ 5256825 w 12176663"/>
              <a:gd name="connsiteY274" fmla="*/ 3288893 h 6858001"/>
              <a:gd name="connsiteX275" fmla="*/ 5277440 w 12176663"/>
              <a:gd name="connsiteY275" fmla="*/ 3288794 h 6858001"/>
              <a:gd name="connsiteX276" fmla="*/ 5311140 w 12176663"/>
              <a:gd name="connsiteY276" fmla="*/ 3283078 h 6858001"/>
              <a:gd name="connsiteX277" fmla="*/ 5369915 w 12176663"/>
              <a:gd name="connsiteY277" fmla="*/ 3278631 h 6858001"/>
              <a:gd name="connsiteX278" fmla="*/ 5416164 w 12176663"/>
              <a:gd name="connsiteY278" fmla="*/ 3282115 h 6858001"/>
              <a:gd name="connsiteX279" fmla="*/ 5441238 w 12176663"/>
              <a:gd name="connsiteY279" fmla="*/ 3283384 h 6858001"/>
              <a:gd name="connsiteX280" fmla="*/ 5567390 w 12176663"/>
              <a:gd name="connsiteY280" fmla="*/ 3250373 h 6858001"/>
              <a:gd name="connsiteX281" fmla="*/ 5559883 w 12176663"/>
              <a:gd name="connsiteY281" fmla="*/ 3261984 h 6858001"/>
              <a:gd name="connsiteX282" fmla="*/ 5561026 w 12176663"/>
              <a:gd name="connsiteY282" fmla="*/ 3283740 h 6858001"/>
              <a:gd name="connsiteX283" fmla="*/ 5560781 w 12176663"/>
              <a:gd name="connsiteY283" fmla="*/ 3308282 h 6858001"/>
              <a:gd name="connsiteX284" fmla="*/ 5544895 w 12176663"/>
              <a:gd name="connsiteY284" fmla="*/ 3302338 h 6858001"/>
              <a:gd name="connsiteX285" fmla="*/ 5500327 w 12176663"/>
              <a:gd name="connsiteY285" fmla="*/ 3305792 h 6858001"/>
              <a:gd name="connsiteX286" fmla="*/ 5484462 w 12176663"/>
              <a:gd name="connsiteY286" fmla="*/ 3316980 h 6858001"/>
              <a:gd name="connsiteX287" fmla="*/ 5487241 w 12176663"/>
              <a:gd name="connsiteY287" fmla="*/ 3311410 h 6858001"/>
              <a:gd name="connsiteX288" fmla="*/ 5395887 w 12176663"/>
              <a:gd name="connsiteY288" fmla="*/ 3326199 h 6858001"/>
              <a:gd name="connsiteX289" fmla="*/ 5346031 w 12176663"/>
              <a:gd name="connsiteY289" fmla="*/ 3333381 h 6858001"/>
              <a:gd name="connsiteX290" fmla="*/ 5333214 w 12176663"/>
              <a:gd name="connsiteY290" fmla="*/ 3331589 h 6858001"/>
              <a:gd name="connsiteX291" fmla="*/ 5307019 w 12176663"/>
              <a:gd name="connsiteY291" fmla="*/ 3325696 h 6858001"/>
              <a:gd name="connsiteX292" fmla="*/ 5287503 w 12176663"/>
              <a:gd name="connsiteY292" fmla="*/ 3313286 h 6858001"/>
              <a:gd name="connsiteX293" fmla="*/ 5291693 w 12176663"/>
              <a:gd name="connsiteY293" fmla="*/ 3322063 h 6858001"/>
              <a:gd name="connsiteX294" fmla="*/ 5283626 w 12176663"/>
              <a:gd name="connsiteY294" fmla="*/ 3331363 h 6858001"/>
              <a:gd name="connsiteX295" fmla="*/ 5263303 w 12176663"/>
              <a:gd name="connsiteY295" fmla="*/ 3341184 h 6858001"/>
              <a:gd name="connsiteX296" fmla="*/ 5297026 w 12176663"/>
              <a:gd name="connsiteY296" fmla="*/ 3352598 h 6858001"/>
              <a:gd name="connsiteX297" fmla="*/ 5317081 w 12176663"/>
              <a:gd name="connsiteY297" fmla="*/ 3350187 h 6858001"/>
              <a:gd name="connsiteX298" fmla="*/ 5358579 w 12176663"/>
              <a:gd name="connsiteY298" fmla="*/ 3342582 h 6858001"/>
              <a:gd name="connsiteX299" fmla="*/ 5327120 w 12176663"/>
              <a:gd name="connsiteY299" fmla="*/ 3357548 h 6858001"/>
              <a:gd name="connsiteX300" fmla="*/ 5286472 w 12176663"/>
              <a:gd name="connsiteY300" fmla="*/ 3377188 h 6858001"/>
              <a:gd name="connsiteX301" fmla="*/ 5273948 w 12176663"/>
              <a:gd name="connsiteY301" fmla="*/ 3385120 h 6858001"/>
              <a:gd name="connsiteX302" fmla="*/ 5259473 w 12176663"/>
              <a:gd name="connsiteY302" fmla="*/ 3393523 h 6858001"/>
              <a:gd name="connsiteX303" fmla="*/ 5274239 w 12176663"/>
              <a:gd name="connsiteY303" fmla="*/ 3394842 h 6858001"/>
              <a:gd name="connsiteX304" fmla="*/ 5305721 w 12176663"/>
              <a:gd name="connsiteY304" fmla="*/ 3397007 h 6858001"/>
              <a:gd name="connsiteX305" fmla="*/ 5323267 w 12176663"/>
              <a:gd name="connsiteY305" fmla="*/ 3392756 h 6858001"/>
              <a:gd name="connsiteX306" fmla="*/ 5358893 w 12176663"/>
              <a:gd name="connsiteY306" fmla="*/ 3369436 h 6858001"/>
              <a:gd name="connsiteX307" fmla="*/ 5415158 w 12176663"/>
              <a:gd name="connsiteY307" fmla="*/ 3363149 h 6858001"/>
              <a:gd name="connsiteX308" fmla="*/ 5423270 w 12176663"/>
              <a:gd name="connsiteY308" fmla="*/ 3388114 h 6858001"/>
              <a:gd name="connsiteX309" fmla="*/ 5397390 w 12176663"/>
              <a:gd name="connsiteY309" fmla="*/ 3409073 h 6858001"/>
              <a:gd name="connsiteX310" fmla="*/ 5358425 w 12176663"/>
              <a:gd name="connsiteY310" fmla="*/ 3435650 h 6858001"/>
              <a:gd name="connsiteX311" fmla="*/ 5299405 w 12176663"/>
              <a:gd name="connsiteY311" fmla="*/ 3464639 h 6858001"/>
              <a:gd name="connsiteX312" fmla="*/ 5246793 w 12176663"/>
              <a:gd name="connsiteY312" fmla="*/ 3494523 h 6858001"/>
              <a:gd name="connsiteX313" fmla="*/ 5208388 w 12176663"/>
              <a:gd name="connsiteY313" fmla="*/ 3523413 h 6858001"/>
              <a:gd name="connsiteX314" fmla="*/ 5277178 w 12176663"/>
              <a:gd name="connsiteY314" fmla="*/ 3509195 h 6858001"/>
              <a:gd name="connsiteX315" fmla="*/ 5325622 w 12176663"/>
              <a:gd name="connsiteY315" fmla="*/ 3487665 h 6858001"/>
              <a:gd name="connsiteX316" fmla="*/ 5336513 w 12176663"/>
              <a:gd name="connsiteY316" fmla="*/ 3507060 h 6858001"/>
              <a:gd name="connsiteX317" fmla="*/ 5330956 w 12176663"/>
              <a:gd name="connsiteY317" fmla="*/ 3518199 h 6858001"/>
              <a:gd name="connsiteX318" fmla="*/ 5360780 w 12176663"/>
              <a:gd name="connsiteY318" fmla="*/ 3530559 h 6858001"/>
              <a:gd name="connsiteX319" fmla="*/ 5449357 w 12176663"/>
              <a:gd name="connsiteY319" fmla="*/ 3521340 h 6858001"/>
              <a:gd name="connsiteX320" fmla="*/ 5407052 w 12176663"/>
              <a:gd name="connsiteY320" fmla="*/ 3551175 h 6858001"/>
              <a:gd name="connsiteX321" fmla="*/ 5359728 w 12176663"/>
              <a:gd name="connsiteY321" fmla="*/ 3577330 h 6858001"/>
              <a:gd name="connsiteX322" fmla="*/ 5320718 w 12176663"/>
              <a:gd name="connsiteY322" fmla="*/ 3569644 h 6858001"/>
              <a:gd name="connsiteX323" fmla="*/ 5280317 w 12176663"/>
              <a:gd name="connsiteY323" fmla="*/ 3564743 h 6858001"/>
              <a:gd name="connsiteX324" fmla="*/ 5327418 w 12176663"/>
              <a:gd name="connsiteY324" fmla="*/ 3580261 h 6858001"/>
              <a:gd name="connsiteX325" fmla="*/ 5347764 w 12176663"/>
              <a:gd name="connsiteY325" fmla="*/ 3587573 h 6858001"/>
              <a:gd name="connsiteX326" fmla="*/ 5313257 w 12176663"/>
              <a:gd name="connsiteY326" fmla="*/ 3615519 h 6858001"/>
              <a:gd name="connsiteX327" fmla="*/ 5237836 w 12176663"/>
              <a:gd name="connsiteY327" fmla="*/ 3670515 h 6858001"/>
              <a:gd name="connsiteX328" fmla="*/ 5149014 w 12176663"/>
              <a:gd name="connsiteY328" fmla="*/ 3704275 h 6858001"/>
              <a:gd name="connsiteX329" fmla="*/ 5077446 w 12176663"/>
              <a:gd name="connsiteY329" fmla="*/ 3724063 h 6858001"/>
              <a:gd name="connsiteX330" fmla="*/ 5116457 w 12176663"/>
              <a:gd name="connsiteY330" fmla="*/ 3731748 h 6858001"/>
              <a:gd name="connsiteX331" fmla="*/ 5173551 w 12176663"/>
              <a:gd name="connsiteY331" fmla="*/ 3720363 h 6858001"/>
              <a:gd name="connsiteX332" fmla="*/ 5162729 w 12176663"/>
              <a:gd name="connsiteY332" fmla="*/ 3752364 h 6858001"/>
              <a:gd name="connsiteX333" fmla="*/ 5123494 w 12176663"/>
              <a:gd name="connsiteY333" fmla="*/ 3786351 h 6858001"/>
              <a:gd name="connsiteX334" fmla="*/ 5114039 w 12176663"/>
              <a:gd name="connsiteY334" fmla="*/ 3798436 h 6858001"/>
              <a:gd name="connsiteX335" fmla="*/ 5095980 w 12176663"/>
              <a:gd name="connsiteY335" fmla="*/ 3834637 h 6858001"/>
              <a:gd name="connsiteX336" fmla="*/ 5038733 w 12176663"/>
              <a:gd name="connsiteY336" fmla="*/ 3939090 h 6858001"/>
              <a:gd name="connsiteX337" fmla="*/ 4957846 w 12176663"/>
              <a:gd name="connsiteY337" fmla="*/ 4073751 h 6858001"/>
              <a:gd name="connsiteX338" fmla="*/ 4948122 w 12176663"/>
              <a:gd name="connsiteY338" fmla="*/ 4093245 h 6858001"/>
              <a:gd name="connsiteX339" fmla="*/ 4887313 w 12176663"/>
              <a:gd name="connsiteY339" fmla="*/ 4242629 h 6858001"/>
              <a:gd name="connsiteX340" fmla="*/ 4885117 w 12176663"/>
              <a:gd name="connsiteY340" fmla="*/ 4267642 h 6858001"/>
              <a:gd name="connsiteX341" fmla="*/ 4864372 w 12176663"/>
              <a:gd name="connsiteY341" fmla="*/ 4377941 h 6858001"/>
              <a:gd name="connsiteX342" fmla="*/ 4886782 w 12176663"/>
              <a:gd name="connsiteY342" fmla="*/ 4470439 h 6858001"/>
              <a:gd name="connsiteX343" fmla="*/ 4890458 w 12176663"/>
              <a:gd name="connsiteY343" fmla="*/ 4511168 h 6858001"/>
              <a:gd name="connsiteX344" fmla="*/ 4893282 w 12176663"/>
              <a:gd name="connsiteY344" fmla="*/ 4539862 h 6858001"/>
              <a:gd name="connsiteX345" fmla="*/ 4917773 w 12176663"/>
              <a:gd name="connsiteY345" fmla="*/ 4521688 h 6858001"/>
              <a:gd name="connsiteX346" fmla="*/ 4936416 w 12176663"/>
              <a:gd name="connsiteY346" fmla="*/ 4504930 h 6858001"/>
              <a:gd name="connsiteX347" fmla="*/ 4956539 w 12176663"/>
              <a:gd name="connsiteY347" fmla="*/ 4553915 h 6858001"/>
              <a:gd name="connsiteX348" fmla="*/ 4956293 w 12176663"/>
              <a:gd name="connsiteY348" fmla="*/ 4578456 h 6858001"/>
              <a:gd name="connsiteX349" fmla="*/ 4984952 w 12176663"/>
              <a:gd name="connsiteY349" fmla="*/ 4551928 h 6858001"/>
              <a:gd name="connsiteX350" fmla="*/ 5039443 w 12176663"/>
              <a:gd name="connsiteY350" fmla="*/ 4470176 h 6858001"/>
              <a:gd name="connsiteX351" fmla="*/ 5056136 w 12176663"/>
              <a:gd name="connsiteY351" fmla="*/ 4453891 h 6858001"/>
              <a:gd name="connsiteX352" fmla="*/ 5095908 w 12176663"/>
              <a:gd name="connsiteY352" fmla="*/ 4405084 h 6858001"/>
              <a:gd name="connsiteX353" fmla="*/ 5103168 w 12176663"/>
              <a:gd name="connsiteY353" fmla="*/ 4418014 h 6858001"/>
              <a:gd name="connsiteX354" fmla="*/ 5104288 w 12176663"/>
              <a:gd name="connsiteY354" fmla="*/ 4422639 h 6858001"/>
              <a:gd name="connsiteX355" fmla="*/ 5126492 w 12176663"/>
              <a:gd name="connsiteY355" fmla="*/ 4360952 h 6858001"/>
              <a:gd name="connsiteX356" fmla="*/ 5134289 w 12176663"/>
              <a:gd name="connsiteY356" fmla="*/ 4359061 h 6858001"/>
              <a:gd name="connsiteX357" fmla="*/ 5135434 w 12176663"/>
              <a:gd name="connsiteY357" fmla="*/ 4380819 h 6858001"/>
              <a:gd name="connsiteX358" fmla="*/ 5134896 w 12176663"/>
              <a:gd name="connsiteY358" fmla="*/ 4395638 h 6858001"/>
              <a:gd name="connsiteX359" fmla="*/ 5140498 w 12176663"/>
              <a:gd name="connsiteY359" fmla="*/ 4418762 h 6858001"/>
              <a:gd name="connsiteX360" fmla="*/ 5060979 w 12176663"/>
              <a:gd name="connsiteY360" fmla="*/ 4533507 h 6858001"/>
              <a:gd name="connsiteX361" fmla="*/ 5121879 w 12176663"/>
              <a:gd name="connsiteY361" fmla="*/ 4452652 h 6858001"/>
              <a:gd name="connsiteX362" fmla="*/ 5161114 w 12176663"/>
              <a:gd name="connsiteY362" fmla="*/ 4418664 h 6858001"/>
              <a:gd name="connsiteX363" fmla="*/ 5186725 w 12176663"/>
              <a:gd name="connsiteY363" fmla="*/ 4405115 h 6858001"/>
              <a:gd name="connsiteX364" fmla="*/ 5193134 w 12176663"/>
              <a:gd name="connsiteY364" fmla="*/ 4406010 h 6858001"/>
              <a:gd name="connsiteX365" fmla="*/ 5187868 w 12176663"/>
              <a:gd name="connsiteY365" fmla="*/ 4426871 h 6858001"/>
              <a:gd name="connsiteX366" fmla="*/ 5183723 w 12176663"/>
              <a:gd name="connsiteY366" fmla="*/ 4452358 h 6858001"/>
              <a:gd name="connsiteX367" fmla="*/ 5178458 w 12176663"/>
              <a:gd name="connsiteY367" fmla="*/ 4473219 h 6858001"/>
              <a:gd name="connsiteX368" fmla="*/ 5174022 w 12176663"/>
              <a:gd name="connsiteY368" fmla="*/ 4488983 h 6858001"/>
              <a:gd name="connsiteX369" fmla="*/ 5172073 w 12176663"/>
              <a:gd name="connsiteY369" fmla="*/ 4489455 h 6858001"/>
              <a:gd name="connsiteX370" fmla="*/ 5166201 w 12176663"/>
              <a:gd name="connsiteY370" fmla="*/ 4473740 h 6858001"/>
              <a:gd name="connsiteX371" fmla="*/ 5153991 w 12176663"/>
              <a:gd name="connsiteY371" fmla="*/ 4508525 h 6858001"/>
              <a:gd name="connsiteX372" fmla="*/ 5154014 w 12176663"/>
              <a:gd name="connsiteY372" fmla="*/ 4525657 h 6858001"/>
              <a:gd name="connsiteX373" fmla="*/ 5149578 w 12176663"/>
              <a:gd name="connsiteY373" fmla="*/ 4541421 h 6858001"/>
              <a:gd name="connsiteX374" fmla="*/ 5168511 w 12176663"/>
              <a:gd name="connsiteY374" fmla="*/ 4534385 h 6858001"/>
              <a:gd name="connsiteX375" fmla="*/ 5181574 w 12176663"/>
              <a:gd name="connsiteY375" fmla="*/ 4511634 h 6858001"/>
              <a:gd name="connsiteX376" fmla="*/ 5186302 w 12176663"/>
              <a:gd name="connsiteY376" fmla="*/ 4505593 h 6858001"/>
              <a:gd name="connsiteX377" fmla="*/ 5182426 w 12176663"/>
              <a:gd name="connsiteY377" fmla="*/ 4523669 h 6858001"/>
              <a:gd name="connsiteX378" fmla="*/ 5182449 w 12176663"/>
              <a:gd name="connsiteY378" fmla="*/ 4540802 h 6858001"/>
              <a:gd name="connsiteX379" fmla="*/ 5181083 w 12176663"/>
              <a:gd name="connsiteY379" fmla="*/ 4560717 h 6858001"/>
              <a:gd name="connsiteX380" fmla="*/ 5164121 w 12176663"/>
              <a:gd name="connsiteY380" fmla="*/ 4584412 h 6858001"/>
              <a:gd name="connsiteX381" fmla="*/ 5143260 w 12176663"/>
              <a:gd name="connsiteY381" fmla="*/ 4609052 h 6858001"/>
              <a:gd name="connsiteX382" fmla="*/ 5122400 w 12176663"/>
              <a:gd name="connsiteY382" fmla="*/ 4633692 h 6858001"/>
              <a:gd name="connsiteX383" fmla="*/ 5107388 w 12176663"/>
              <a:gd name="connsiteY383" fmla="*/ 4656915 h 6858001"/>
              <a:gd name="connsiteX384" fmla="*/ 5088500 w 12176663"/>
              <a:gd name="connsiteY384" fmla="*/ 4698214 h 6858001"/>
              <a:gd name="connsiteX385" fmla="*/ 5104095 w 12176663"/>
              <a:gd name="connsiteY385" fmla="*/ 4694435 h 6858001"/>
              <a:gd name="connsiteX386" fmla="*/ 5134680 w 12176663"/>
              <a:gd name="connsiteY386" fmla="*/ 4650302 h 6858001"/>
              <a:gd name="connsiteX387" fmla="*/ 5143039 w 12176663"/>
              <a:gd name="connsiteY387" fmla="*/ 4650726 h 6858001"/>
              <a:gd name="connsiteX388" fmla="*/ 5130804 w 12176663"/>
              <a:gd name="connsiteY388" fmla="*/ 4668379 h 6858001"/>
              <a:gd name="connsiteX389" fmla="*/ 5130535 w 12176663"/>
              <a:gd name="connsiteY389" fmla="*/ 4675789 h 6858001"/>
              <a:gd name="connsiteX390" fmla="*/ 5147229 w 12176663"/>
              <a:gd name="connsiteY390" fmla="*/ 4659503 h 6858001"/>
              <a:gd name="connsiteX391" fmla="*/ 5156392 w 12176663"/>
              <a:gd name="connsiteY391" fmla="*/ 4637698 h 6858001"/>
              <a:gd name="connsiteX392" fmla="*/ 5194460 w 12176663"/>
              <a:gd name="connsiteY392" fmla="*/ 4564822 h 6858001"/>
              <a:gd name="connsiteX393" fmla="*/ 5203109 w 12176663"/>
              <a:gd name="connsiteY393" fmla="*/ 4574966 h 6858001"/>
              <a:gd name="connsiteX394" fmla="*/ 5202012 w 12176663"/>
              <a:gd name="connsiteY394" fmla="*/ 4587473 h 6858001"/>
              <a:gd name="connsiteX395" fmla="*/ 5214806 w 12176663"/>
              <a:gd name="connsiteY395" fmla="*/ 4572134 h 6858001"/>
              <a:gd name="connsiteX396" fmla="*/ 5295738 w 12176663"/>
              <a:gd name="connsiteY396" fmla="*/ 4471735 h 6858001"/>
              <a:gd name="connsiteX397" fmla="*/ 5297150 w 12176663"/>
              <a:gd name="connsiteY397" fmla="*/ 4486082 h 6858001"/>
              <a:gd name="connsiteX398" fmla="*/ 5295784 w 12176663"/>
              <a:gd name="connsiteY398" fmla="*/ 4505999 h 6858001"/>
              <a:gd name="connsiteX399" fmla="*/ 5271071 w 12176663"/>
              <a:gd name="connsiteY399" fmla="*/ 4565847 h 6858001"/>
              <a:gd name="connsiteX400" fmla="*/ 5249113 w 12176663"/>
              <a:gd name="connsiteY400" fmla="*/ 4602992 h 6858001"/>
              <a:gd name="connsiteX401" fmla="*/ 5248844 w 12176663"/>
              <a:gd name="connsiteY401" fmla="*/ 4610402 h 6858001"/>
              <a:gd name="connsiteX402" fmla="*/ 5211897 w 12176663"/>
              <a:gd name="connsiteY402" fmla="*/ 4687903 h 6858001"/>
              <a:gd name="connsiteX403" fmla="*/ 5207460 w 12176663"/>
              <a:gd name="connsiteY403" fmla="*/ 4703668 h 6858001"/>
              <a:gd name="connsiteX404" fmla="*/ 5202510 w 12176663"/>
              <a:gd name="connsiteY404" fmla="*/ 4751382 h 6858001"/>
              <a:gd name="connsiteX405" fmla="*/ 5211405 w 12176663"/>
              <a:gd name="connsiteY405" fmla="*/ 4736987 h 6858001"/>
              <a:gd name="connsiteX406" fmla="*/ 5221713 w 12176663"/>
              <a:gd name="connsiteY406" fmla="*/ 4736937 h 6858001"/>
              <a:gd name="connsiteX407" fmla="*/ 5231797 w 12176663"/>
              <a:gd name="connsiteY407" fmla="*/ 4778561 h 6858001"/>
              <a:gd name="connsiteX408" fmla="*/ 5237891 w 12176663"/>
              <a:gd name="connsiteY408" fmla="*/ 4752603 h 6858001"/>
              <a:gd name="connsiteX409" fmla="*/ 5265114 w 12176663"/>
              <a:gd name="connsiteY409" fmla="*/ 4694595 h 6858001"/>
              <a:gd name="connsiteX410" fmla="*/ 5289582 w 12176663"/>
              <a:gd name="connsiteY410" fmla="*/ 4659289 h 6858001"/>
              <a:gd name="connsiteX411" fmla="*/ 5314318 w 12176663"/>
              <a:gd name="connsiteY411" fmla="*/ 4616574 h 6858001"/>
              <a:gd name="connsiteX412" fmla="*/ 5313781 w 12176663"/>
              <a:gd name="connsiteY412" fmla="*/ 4631393 h 6858001"/>
              <a:gd name="connsiteX413" fmla="*/ 5315461 w 12176663"/>
              <a:gd name="connsiteY413" fmla="*/ 4638330 h 6858001"/>
              <a:gd name="connsiteX414" fmla="*/ 5331886 w 12176663"/>
              <a:gd name="connsiteY414" fmla="*/ 4629454 h 6858001"/>
              <a:gd name="connsiteX415" fmla="*/ 5350797 w 12176663"/>
              <a:gd name="connsiteY415" fmla="*/ 4605287 h 6858001"/>
              <a:gd name="connsiteX416" fmla="*/ 5381136 w 12176663"/>
              <a:gd name="connsiteY416" fmla="*/ 4585695 h 6858001"/>
              <a:gd name="connsiteX417" fmla="*/ 5404529 w 12176663"/>
              <a:gd name="connsiteY417" fmla="*/ 4580028 h 6858001"/>
              <a:gd name="connsiteX418" fmla="*/ 5422343 w 12176663"/>
              <a:gd name="connsiteY418" fmla="*/ 4568367 h 6858001"/>
              <a:gd name="connsiteX419" fmla="*/ 5409839 w 12176663"/>
              <a:gd name="connsiteY419" fmla="*/ 4593430 h 6858001"/>
              <a:gd name="connsiteX420" fmla="*/ 5382303 w 12176663"/>
              <a:gd name="connsiteY420" fmla="*/ 4624584 h 6858001"/>
              <a:gd name="connsiteX421" fmla="*/ 5376185 w 12176663"/>
              <a:gd name="connsiteY421" fmla="*/ 4633411 h 6858001"/>
              <a:gd name="connsiteX422" fmla="*/ 5429333 w 12176663"/>
              <a:gd name="connsiteY422" fmla="*/ 4588707 h 6858001"/>
              <a:gd name="connsiteX423" fmla="*/ 5458822 w 12176663"/>
              <a:gd name="connsiteY423" fmla="*/ 4557081 h 6858001"/>
              <a:gd name="connsiteX424" fmla="*/ 5473565 w 12176663"/>
              <a:gd name="connsiteY424" fmla="*/ 4541268 h 6858001"/>
              <a:gd name="connsiteX425" fmla="*/ 5502783 w 12176663"/>
              <a:gd name="connsiteY425" fmla="*/ 4517053 h 6858001"/>
              <a:gd name="connsiteX426" fmla="*/ 5505002 w 12176663"/>
              <a:gd name="connsiteY426" fmla="*/ 4509171 h 6858001"/>
              <a:gd name="connsiteX427" fmla="*/ 5511118 w 12176663"/>
              <a:gd name="connsiteY427" fmla="*/ 4500343 h 6858001"/>
              <a:gd name="connsiteX428" fmla="*/ 5531733 w 12176663"/>
              <a:gd name="connsiteY428" fmla="*/ 4500245 h 6858001"/>
              <a:gd name="connsiteX429" fmla="*/ 5548449 w 12176663"/>
              <a:gd name="connsiteY429" fmla="*/ 4501092 h 6858001"/>
              <a:gd name="connsiteX430" fmla="*/ 5565703 w 12176663"/>
              <a:gd name="connsiteY430" fmla="*/ 4487120 h 6858001"/>
              <a:gd name="connsiteX431" fmla="*/ 5579617 w 12176663"/>
              <a:gd name="connsiteY431" fmla="*/ 4476404 h 6858001"/>
              <a:gd name="connsiteX432" fmla="*/ 5596601 w 12176663"/>
              <a:gd name="connsiteY432" fmla="*/ 4469841 h 6858001"/>
              <a:gd name="connsiteX433" fmla="*/ 5581858 w 12176663"/>
              <a:gd name="connsiteY433" fmla="*/ 4485654 h 6858001"/>
              <a:gd name="connsiteX434" fmla="*/ 5542892 w 12176663"/>
              <a:gd name="connsiteY434" fmla="*/ 4512231 h 6858001"/>
              <a:gd name="connsiteX435" fmla="*/ 5522300 w 12176663"/>
              <a:gd name="connsiteY435" fmla="*/ 4529461 h 6858001"/>
              <a:gd name="connsiteX436" fmla="*/ 5513137 w 12176663"/>
              <a:gd name="connsiteY436" fmla="*/ 4551267 h 6858001"/>
              <a:gd name="connsiteX437" fmla="*/ 5458913 w 12176663"/>
              <a:gd name="connsiteY437" fmla="*/ 4625609 h 6858001"/>
              <a:gd name="connsiteX438" fmla="*/ 5447508 w 12176663"/>
              <a:gd name="connsiteY438" fmla="*/ 4638164 h 6858001"/>
              <a:gd name="connsiteX439" fmla="*/ 5386047 w 12176663"/>
              <a:gd name="connsiteY439" fmla="*/ 4716709 h 6858001"/>
              <a:gd name="connsiteX440" fmla="*/ 5358824 w 12176663"/>
              <a:gd name="connsiteY440" fmla="*/ 4774716 h 6858001"/>
              <a:gd name="connsiteX441" fmla="*/ 5341571 w 12176663"/>
              <a:gd name="connsiteY441" fmla="*/ 4788689 h 6858001"/>
              <a:gd name="connsiteX442" fmla="*/ 5295950 w 12176663"/>
              <a:gd name="connsiteY442" fmla="*/ 4838912 h 6858001"/>
              <a:gd name="connsiteX443" fmla="*/ 5264806 w 12176663"/>
              <a:gd name="connsiteY443" fmla="*/ 4880732 h 6858001"/>
              <a:gd name="connsiteX444" fmla="*/ 5282059 w 12176663"/>
              <a:gd name="connsiteY444" fmla="*/ 4866760 h 6858001"/>
              <a:gd name="connsiteX445" fmla="*/ 5388895 w 12176663"/>
              <a:gd name="connsiteY445" fmla="*/ 4762535 h 6858001"/>
              <a:gd name="connsiteX446" fmla="*/ 5409194 w 12176663"/>
              <a:gd name="connsiteY446" fmla="*/ 4735582 h 6858001"/>
              <a:gd name="connsiteX447" fmla="*/ 5533843 w 12176663"/>
              <a:gd name="connsiteY447" fmla="*/ 4619696 h 6858001"/>
              <a:gd name="connsiteX448" fmla="*/ 5689751 w 12176663"/>
              <a:gd name="connsiteY448" fmla="*/ 4547649 h 6858001"/>
              <a:gd name="connsiteX449" fmla="*/ 5698669 w 12176663"/>
              <a:gd name="connsiteY449" fmla="*/ 4550385 h 6858001"/>
              <a:gd name="connsiteX450" fmla="*/ 5693672 w 12176663"/>
              <a:gd name="connsiteY450" fmla="*/ 4563835 h 6858001"/>
              <a:gd name="connsiteX451" fmla="*/ 5686996 w 12176663"/>
              <a:gd name="connsiteY451" fmla="*/ 4570350 h 6858001"/>
              <a:gd name="connsiteX452" fmla="*/ 5678929 w 12176663"/>
              <a:gd name="connsiteY452" fmla="*/ 4579649 h 6858001"/>
              <a:gd name="connsiteX453" fmla="*/ 5594858 w 12176663"/>
              <a:gd name="connsiteY453" fmla="*/ 4624498 h 6858001"/>
              <a:gd name="connsiteX454" fmla="*/ 5507157 w 12176663"/>
              <a:gd name="connsiteY454" fmla="*/ 4662884 h 6858001"/>
              <a:gd name="connsiteX455" fmla="*/ 5526652 w 12176663"/>
              <a:gd name="connsiteY455" fmla="*/ 4658161 h 6858001"/>
              <a:gd name="connsiteX456" fmla="*/ 5563691 w 12176663"/>
              <a:gd name="connsiteY456" fmla="*/ 4649187 h 6858001"/>
              <a:gd name="connsiteX457" fmla="*/ 5567320 w 12176663"/>
              <a:gd name="connsiteY457" fmla="*/ 4655652 h 6858001"/>
              <a:gd name="connsiteX458" fmla="*/ 5573437 w 12176663"/>
              <a:gd name="connsiteY458" fmla="*/ 4646826 h 6858001"/>
              <a:gd name="connsiteX459" fmla="*/ 5596270 w 12176663"/>
              <a:gd name="connsiteY459" fmla="*/ 4638846 h 6858001"/>
              <a:gd name="connsiteX460" fmla="*/ 5567635 w 12176663"/>
              <a:gd name="connsiteY460" fmla="*/ 4682506 h 6858001"/>
              <a:gd name="connsiteX461" fmla="*/ 5554281 w 12176663"/>
              <a:gd name="connsiteY461" fmla="*/ 4695535 h 6858001"/>
              <a:gd name="connsiteX462" fmla="*/ 5570705 w 12176663"/>
              <a:gd name="connsiteY462" fmla="*/ 4686659 h 6858001"/>
              <a:gd name="connsiteX463" fmla="*/ 5617200 w 12176663"/>
              <a:gd name="connsiteY463" fmla="*/ 4665601 h 6858001"/>
              <a:gd name="connsiteX464" fmla="*/ 5645321 w 12176663"/>
              <a:gd name="connsiteY464" fmla="*/ 4653893 h 6858001"/>
              <a:gd name="connsiteX465" fmla="*/ 5621367 w 12176663"/>
              <a:gd name="connsiteY465" fmla="*/ 4657247 h 6858001"/>
              <a:gd name="connsiteX466" fmla="*/ 5601313 w 12176663"/>
              <a:gd name="connsiteY466" fmla="*/ 4659658 h 6858001"/>
              <a:gd name="connsiteX467" fmla="*/ 5604360 w 12176663"/>
              <a:gd name="connsiteY467" fmla="*/ 4646679 h 6858001"/>
              <a:gd name="connsiteX468" fmla="*/ 5665598 w 12176663"/>
              <a:gd name="connsiteY468" fmla="*/ 4609809 h 6858001"/>
              <a:gd name="connsiteX469" fmla="*/ 5686504 w 12176663"/>
              <a:gd name="connsiteY469" fmla="*/ 4619433 h 6858001"/>
              <a:gd name="connsiteX470" fmla="*/ 5662014 w 12176663"/>
              <a:gd name="connsiteY470" fmla="*/ 4637607 h 6858001"/>
              <a:gd name="connsiteX471" fmla="*/ 5668714 w 12176663"/>
              <a:gd name="connsiteY471" fmla="*/ 4648225 h 6858001"/>
              <a:gd name="connsiteX472" fmla="*/ 5708532 w 12176663"/>
              <a:gd name="connsiteY472" fmla="*/ 4633682 h 6858001"/>
              <a:gd name="connsiteX473" fmla="*/ 5745301 w 12176663"/>
              <a:gd name="connsiteY473" fmla="*/ 4632118 h 6858001"/>
              <a:gd name="connsiteX474" fmla="*/ 5736406 w 12176663"/>
              <a:gd name="connsiteY474" fmla="*/ 4646514 h 6858001"/>
              <a:gd name="connsiteX475" fmla="*/ 5700756 w 12176663"/>
              <a:gd name="connsiteY475" fmla="*/ 4652703 h 6858001"/>
              <a:gd name="connsiteX476" fmla="*/ 5687693 w 12176663"/>
              <a:gd name="connsiteY476" fmla="*/ 4675453 h 6858001"/>
              <a:gd name="connsiteX477" fmla="*/ 5645121 w 12176663"/>
              <a:gd name="connsiteY477" fmla="*/ 4712697 h 6858001"/>
              <a:gd name="connsiteX478" fmla="*/ 5596676 w 12176663"/>
              <a:gd name="connsiteY478" fmla="*/ 4734227 h 6858001"/>
              <a:gd name="connsiteX479" fmla="*/ 5655988 w 12176663"/>
              <a:gd name="connsiteY479" fmla="*/ 4714961 h 6858001"/>
              <a:gd name="connsiteX480" fmla="*/ 5711132 w 12176663"/>
              <a:gd name="connsiteY480" fmla="*/ 4704049 h 6858001"/>
              <a:gd name="connsiteX481" fmla="*/ 5731209 w 12176663"/>
              <a:gd name="connsiteY481" fmla="*/ 4718770 h 6858001"/>
              <a:gd name="connsiteX482" fmla="*/ 5735960 w 12176663"/>
              <a:gd name="connsiteY482" fmla="*/ 4729860 h 6858001"/>
              <a:gd name="connsiteX483" fmla="*/ 5699481 w 12176663"/>
              <a:gd name="connsiteY483" fmla="*/ 4741146 h 6858001"/>
              <a:gd name="connsiteX484" fmla="*/ 5657446 w 12176663"/>
              <a:gd name="connsiteY484" fmla="*/ 4763572 h 6858001"/>
              <a:gd name="connsiteX485" fmla="*/ 5606784 w 12176663"/>
              <a:gd name="connsiteY485" fmla="*/ 4792984 h 6858001"/>
              <a:gd name="connsiteX486" fmla="*/ 5485474 w 12176663"/>
              <a:gd name="connsiteY486" fmla="*/ 4905613 h 6858001"/>
              <a:gd name="connsiteX487" fmla="*/ 5561479 w 12176663"/>
              <a:gd name="connsiteY487" fmla="*/ 4870060 h 6858001"/>
              <a:gd name="connsiteX488" fmla="*/ 5607681 w 12176663"/>
              <a:gd name="connsiteY488" fmla="*/ 4839281 h 6858001"/>
              <a:gd name="connsiteX489" fmla="*/ 5621036 w 12176663"/>
              <a:gd name="connsiteY489" fmla="*/ 4826253 h 6858001"/>
              <a:gd name="connsiteX490" fmla="*/ 5746605 w 12176663"/>
              <a:gd name="connsiteY490" fmla="*/ 4773797 h 6858001"/>
              <a:gd name="connsiteX491" fmla="*/ 5738539 w 12176663"/>
              <a:gd name="connsiteY491" fmla="*/ 4783096 h 6858001"/>
              <a:gd name="connsiteX492" fmla="*/ 5720188 w 12176663"/>
              <a:gd name="connsiteY492" fmla="*/ 4809575 h 6858001"/>
              <a:gd name="connsiteX493" fmla="*/ 5709343 w 12176663"/>
              <a:gd name="connsiteY493" fmla="*/ 4824444 h 6858001"/>
              <a:gd name="connsiteX494" fmla="*/ 5682657 w 12176663"/>
              <a:gd name="connsiteY494" fmla="*/ 4867632 h 6858001"/>
              <a:gd name="connsiteX495" fmla="*/ 5687678 w 12176663"/>
              <a:gd name="connsiteY495" fmla="*/ 4871312 h 6858001"/>
              <a:gd name="connsiteX496" fmla="*/ 5557334 w 12176663"/>
              <a:gd name="connsiteY496" fmla="*/ 4895547 h 6858001"/>
              <a:gd name="connsiteX497" fmla="*/ 5548147 w 12176663"/>
              <a:gd name="connsiteY497" fmla="*/ 4900221 h 6858001"/>
              <a:gd name="connsiteX498" fmla="*/ 5596906 w 12176663"/>
              <a:gd name="connsiteY498" fmla="*/ 4905545 h 6858001"/>
              <a:gd name="connsiteX499" fmla="*/ 5623929 w 12176663"/>
              <a:gd name="connsiteY499" fmla="*/ 4906343 h 6858001"/>
              <a:gd name="connsiteX500" fmla="*/ 5730587 w 12176663"/>
              <a:gd name="connsiteY500" fmla="*/ 4878054 h 6858001"/>
              <a:gd name="connsiteX501" fmla="*/ 5730856 w 12176663"/>
              <a:gd name="connsiteY501" fmla="*/ 4870645 h 6858001"/>
              <a:gd name="connsiteX502" fmla="*/ 5756176 w 12176663"/>
              <a:gd name="connsiteY502" fmla="*/ 4847372 h 6858001"/>
              <a:gd name="connsiteX503" fmla="*/ 5782930 w 12176663"/>
              <a:gd name="connsiteY503" fmla="*/ 4855579 h 6858001"/>
              <a:gd name="connsiteX504" fmla="*/ 5803836 w 12176663"/>
              <a:gd name="connsiteY504" fmla="*/ 4865203 h 6858001"/>
              <a:gd name="connsiteX505" fmla="*/ 5852035 w 12176663"/>
              <a:gd name="connsiteY505" fmla="*/ 4868215 h 6858001"/>
              <a:gd name="connsiteX506" fmla="*/ 5879910 w 12176663"/>
              <a:gd name="connsiteY506" fmla="*/ 4881048 h 6858001"/>
              <a:gd name="connsiteX507" fmla="*/ 5720348 w 12176663"/>
              <a:gd name="connsiteY507" fmla="*/ 4929499 h 6858001"/>
              <a:gd name="connsiteX508" fmla="*/ 5664376 w 12176663"/>
              <a:gd name="connsiteY508" fmla="*/ 4945507 h 6858001"/>
              <a:gd name="connsiteX509" fmla="*/ 5692228 w 12176663"/>
              <a:gd name="connsiteY509" fmla="*/ 4941207 h 6858001"/>
              <a:gd name="connsiteX510" fmla="*/ 5730948 w 12176663"/>
              <a:gd name="connsiteY510" fmla="*/ 4939171 h 6858001"/>
              <a:gd name="connsiteX511" fmla="*/ 5705896 w 12176663"/>
              <a:gd name="connsiteY511" fmla="*/ 4955033 h 6858001"/>
              <a:gd name="connsiteX512" fmla="*/ 5667200 w 12176663"/>
              <a:gd name="connsiteY512" fmla="*/ 4974201 h 6858001"/>
              <a:gd name="connsiteX513" fmla="*/ 5671951 w 12176663"/>
              <a:gd name="connsiteY513" fmla="*/ 4985291 h 6858001"/>
              <a:gd name="connsiteX514" fmla="*/ 5644927 w 12176663"/>
              <a:gd name="connsiteY514" fmla="*/ 4984494 h 6858001"/>
              <a:gd name="connsiteX515" fmla="*/ 5627114 w 12176663"/>
              <a:gd name="connsiteY515" fmla="*/ 4996154 h 6858001"/>
              <a:gd name="connsiteX516" fmla="*/ 5599262 w 12176663"/>
              <a:gd name="connsiteY516" fmla="*/ 5000454 h 6858001"/>
              <a:gd name="connsiteX517" fmla="*/ 5588125 w 12176663"/>
              <a:gd name="connsiteY517" fmla="*/ 5005600 h 6858001"/>
              <a:gd name="connsiteX518" fmla="*/ 5609861 w 12176663"/>
              <a:gd name="connsiteY518" fmla="*/ 5010127 h 6858001"/>
              <a:gd name="connsiteX519" fmla="*/ 5626039 w 12176663"/>
              <a:gd name="connsiteY519" fmla="*/ 5025793 h 6858001"/>
              <a:gd name="connsiteX520" fmla="*/ 5623821 w 12176663"/>
              <a:gd name="connsiteY520" fmla="*/ 5033674 h 6858001"/>
              <a:gd name="connsiteX521" fmla="*/ 5654720 w 12176663"/>
              <a:gd name="connsiteY521" fmla="*/ 5016396 h 6858001"/>
              <a:gd name="connsiteX522" fmla="*/ 5706234 w 12176663"/>
              <a:gd name="connsiteY522" fmla="*/ 4999019 h 6858001"/>
              <a:gd name="connsiteX523" fmla="*/ 5810966 w 12176663"/>
              <a:gd name="connsiteY523" fmla="*/ 4988335 h 6858001"/>
              <a:gd name="connsiteX524" fmla="*/ 5846616 w 12176663"/>
              <a:gd name="connsiteY524" fmla="*/ 4982145 h 6858001"/>
              <a:gd name="connsiteX525" fmla="*/ 5810428 w 12176663"/>
              <a:gd name="connsiteY525" fmla="*/ 5003153 h 6858001"/>
              <a:gd name="connsiteX526" fmla="*/ 5774241 w 12176663"/>
              <a:gd name="connsiteY526" fmla="*/ 5024161 h 6858001"/>
              <a:gd name="connsiteX527" fmla="*/ 5763396 w 12176663"/>
              <a:gd name="connsiteY527" fmla="*/ 5039030 h 6858001"/>
              <a:gd name="connsiteX528" fmla="*/ 5775384 w 12176663"/>
              <a:gd name="connsiteY528" fmla="*/ 5045918 h 6858001"/>
              <a:gd name="connsiteX529" fmla="*/ 5801556 w 12176663"/>
              <a:gd name="connsiteY529" fmla="*/ 5034681 h 6858001"/>
              <a:gd name="connsiteX530" fmla="*/ 5822439 w 12176663"/>
              <a:gd name="connsiteY530" fmla="*/ 5027174 h 6858001"/>
              <a:gd name="connsiteX531" fmla="*/ 5847221 w 12176663"/>
              <a:gd name="connsiteY531" fmla="*/ 5018721 h 6858001"/>
              <a:gd name="connsiteX532" fmla="*/ 5850829 w 12176663"/>
              <a:gd name="connsiteY532" fmla="*/ 5008055 h 6858001"/>
              <a:gd name="connsiteX533" fmla="*/ 5876731 w 12176663"/>
              <a:gd name="connsiteY533" fmla="*/ 5004227 h 6858001"/>
              <a:gd name="connsiteX534" fmla="*/ 5888428 w 12176663"/>
              <a:gd name="connsiteY534" fmla="*/ 5001393 h 6858001"/>
              <a:gd name="connsiteX535" fmla="*/ 5890915 w 12176663"/>
              <a:gd name="connsiteY535" fmla="*/ 4986102 h 6858001"/>
              <a:gd name="connsiteX536" fmla="*/ 5926273 w 12176663"/>
              <a:gd name="connsiteY536" fmla="*/ 4970191 h 6858001"/>
              <a:gd name="connsiteX537" fmla="*/ 5951055 w 12176663"/>
              <a:gd name="connsiteY537" fmla="*/ 4961738 h 6858001"/>
              <a:gd name="connsiteX538" fmla="*/ 5991141 w 12176663"/>
              <a:gd name="connsiteY538" fmla="*/ 4939786 h 6858001"/>
              <a:gd name="connsiteX539" fmla="*/ 6037928 w 12176663"/>
              <a:gd name="connsiteY539" fmla="*/ 4928451 h 6858001"/>
              <a:gd name="connsiteX540" fmla="*/ 5997842 w 12176663"/>
              <a:gd name="connsiteY540" fmla="*/ 4950404 h 6858001"/>
              <a:gd name="connsiteX541" fmla="*/ 5956927 w 12176663"/>
              <a:gd name="connsiteY541" fmla="*/ 4977453 h 6858001"/>
              <a:gd name="connsiteX542" fmla="*/ 5837498 w 12176663"/>
              <a:gd name="connsiteY542" fmla="*/ 5038215 h 6858001"/>
              <a:gd name="connsiteX543" fmla="*/ 5830260 w 12176663"/>
              <a:gd name="connsiteY543" fmla="*/ 5042416 h 6858001"/>
              <a:gd name="connsiteX544" fmla="*/ 5762613 w 12176663"/>
              <a:gd name="connsiteY544" fmla="*/ 5078391 h 6858001"/>
              <a:gd name="connsiteX545" fmla="*/ 5743679 w 12176663"/>
              <a:gd name="connsiteY545" fmla="*/ 5085426 h 6858001"/>
              <a:gd name="connsiteX546" fmla="*/ 5743411 w 12176663"/>
              <a:gd name="connsiteY546" fmla="*/ 5092836 h 6858001"/>
              <a:gd name="connsiteX547" fmla="*/ 5750939 w 12176663"/>
              <a:gd name="connsiteY547" fmla="*/ 5098357 h 6858001"/>
              <a:gd name="connsiteX548" fmla="*/ 5717531 w 12176663"/>
              <a:gd name="connsiteY548" fmla="*/ 5113795 h 6858001"/>
              <a:gd name="connsiteX549" fmla="*/ 5681612 w 12176663"/>
              <a:gd name="connsiteY549" fmla="*/ 5127394 h 6858001"/>
              <a:gd name="connsiteX550" fmla="*/ 5819730 w 12176663"/>
              <a:gd name="connsiteY550" fmla="*/ 5084139 h 6858001"/>
              <a:gd name="connsiteX551" fmla="*/ 5870684 w 12176663"/>
              <a:gd name="connsiteY551" fmla="*/ 5064449 h 6858001"/>
              <a:gd name="connsiteX552" fmla="*/ 5922220 w 12176663"/>
              <a:gd name="connsiteY552" fmla="*/ 5064203 h 6858001"/>
              <a:gd name="connsiteX553" fmla="*/ 5911375 w 12176663"/>
              <a:gd name="connsiteY553" fmla="*/ 5079072 h 6858001"/>
              <a:gd name="connsiteX554" fmla="*/ 5841756 w 12176663"/>
              <a:gd name="connsiteY554" fmla="*/ 5098388 h 6858001"/>
              <a:gd name="connsiteX555" fmla="*/ 5827282 w 12176663"/>
              <a:gd name="connsiteY555" fmla="*/ 5106791 h 6858001"/>
              <a:gd name="connsiteX556" fmla="*/ 5807788 w 12176663"/>
              <a:gd name="connsiteY556" fmla="*/ 5111513 h 6858001"/>
              <a:gd name="connsiteX557" fmla="*/ 5819776 w 12176663"/>
              <a:gd name="connsiteY557" fmla="*/ 5118402 h 6858001"/>
              <a:gd name="connsiteX558" fmla="*/ 5791386 w 12176663"/>
              <a:gd name="connsiteY558" fmla="*/ 5137522 h 6858001"/>
              <a:gd name="connsiteX559" fmla="*/ 5728176 w 12176663"/>
              <a:gd name="connsiteY559" fmla="*/ 5157732 h 6858001"/>
              <a:gd name="connsiteX560" fmla="*/ 5663868 w 12176663"/>
              <a:gd name="connsiteY560" fmla="*/ 5190450 h 6858001"/>
              <a:gd name="connsiteX561" fmla="*/ 5613474 w 12176663"/>
              <a:gd name="connsiteY561" fmla="*/ 5212451 h 6858001"/>
              <a:gd name="connsiteX562" fmla="*/ 5665840 w 12176663"/>
              <a:gd name="connsiteY562" fmla="*/ 5207109 h 6858001"/>
              <a:gd name="connsiteX563" fmla="*/ 5771669 w 12176663"/>
              <a:gd name="connsiteY563" fmla="*/ 5183918 h 6858001"/>
              <a:gd name="connsiteX564" fmla="*/ 5803420 w 12176663"/>
              <a:gd name="connsiteY564" fmla="*/ 5178673 h 6858001"/>
              <a:gd name="connsiteX565" fmla="*/ 5800664 w 12176663"/>
              <a:gd name="connsiteY565" fmla="*/ 5201374 h 6858001"/>
              <a:gd name="connsiteX566" fmla="*/ 5837435 w 12176663"/>
              <a:gd name="connsiteY566" fmla="*/ 5199810 h 6858001"/>
              <a:gd name="connsiteX567" fmla="*/ 5875303 w 12176663"/>
              <a:gd name="connsiteY567" fmla="*/ 5185740 h 6858001"/>
              <a:gd name="connsiteX568" fmla="*/ 5843820 w 12176663"/>
              <a:gd name="connsiteY568" fmla="*/ 5183574 h 6858001"/>
              <a:gd name="connsiteX569" fmla="*/ 5826813 w 12176663"/>
              <a:gd name="connsiteY569" fmla="*/ 5173006 h 6858001"/>
              <a:gd name="connsiteX570" fmla="*/ 5908711 w 12176663"/>
              <a:gd name="connsiteY570" fmla="*/ 5170300 h 6858001"/>
              <a:gd name="connsiteX571" fmla="*/ 5954109 w 12176663"/>
              <a:gd name="connsiteY571" fmla="*/ 5161751 h 6858001"/>
              <a:gd name="connsiteX572" fmla="*/ 6012323 w 12176663"/>
              <a:gd name="connsiteY572" fmla="*/ 5154991 h 6858001"/>
              <a:gd name="connsiteX573" fmla="*/ 6027381 w 12176663"/>
              <a:gd name="connsiteY573" fmla="*/ 5166032 h 6858001"/>
              <a:gd name="connsiteX574" fmla="*/ 5985614 w 12176663"/>
              <a:gd name="connsiteY574" fmla="*/ 5181048 h 6858001"/>
              <a:gd name="connsiteX575" fmla="*/ 5915995 w 12176663"/>
              <a:gd name="connsiteY575" fmla="*/ 5200363 h 6858001"/>
              <a:gd name="connsiteX576" fmla="*/ 5884535 w 12176663"/>
              <a:gd name="connsiteY576" fmla="*/ 5215329 h 6858001"/>
              <a:gd name="connsiteX577" fmla="*/ 5853636 w 12176663"/>
              <a:gd name="connsiteY577" fmla="*/ 5232609 h 6858001"/>
              <a:gd name="connsiteX578" fmla="*/ 5815477 w 12176663"/>
              <a:gd name="connsiteY578" fmla="*/ 5236957 h 6858001"/>
              <a:gd name="connsiteX579" fmla="*/ 5817158 w 12176663"/>
              <a:gd name="connsiteY579" fmla="*/ 5243894 h 6858001"/>
              <a:gd name="connsiteX580" fmla="*/ 5815791 w 12176663"/>
              <a:gd name="connsiteY580" fmla="*/ 5263811 h 6858001"/>
              <a:gd name="connsiteX581" fmla="*/ 5828900 w 12176663"/>
              <a:gd name="connsiteY581" fmla="*/ 5275324 h 6858001"/>
              <a:gd name="connsiteX582" fmla="*/ 5843667 w 12176663"/>
              <a:gd name="connsiteY582" fmla="*/ 5276643 h 6858001"/>
              <a:gd name="connsiteX583" fmla="*/ 5841448 w 12176663"/>
              <a:gd name="connsiteY583" fmla="*/ 5284525 h 6858001"/>
              <a:gd name="connsiteX584" fmla="*/ 5783526 w 12176663"/>
              <a:gd name="connsiteY584" fmla="*/ 5301006 h 6858001"/>
              <a:gd name="connsiteX585" fmla="*/ 5771001 w 12176663"/>
              <a:gd name="connsiteY585" fmla="*/ 5308937 h 6858001"/>
              <a:gd name="connsiteX586" fmla="*/ 5816958 w 12176663"/>
              <a:gd name="connsiteY586" fmla="*/ 5302700 h 6858001"/>
              <a:gd name="connsiteX587" fmla="*/ 5814470 w 12176663"/>
              <a:gd name="connsiteY587" fmla="*/ 5317990 h 6858001"/>
              <a:gd name="connsiteX588" fmla="*/ 5738467 w 12176663"/>
              <a:gd name="connsiteY588" fmla="*/ 5353542 h 6858001"/>
              <a:gd name="connsiteX589" fmla="*/ 5731521 w 12176663"/>
              <a:gd name="connsiteY589" fmla="*/ 5367466 h 6858001"/>
              <a:gd name="connsiteX590" fmla="*/ 5775529 w 12176663"/>
              <a:gd name="connsiteY590" fmla="*/ 5361701 h 6858001"/>
              <a:gd name="connsiteX591" fmla="*/ 5861886 w 12176663"/>
              <a:gd name="connsiteY591" fmla="*/ 5360364 h 6858001"/>
              <a:gd name="connsiteX592" fmla="*/ 5882769 w 12176663"/>
              <a:gd name="connsiteY592" fmla="*/ 5352856 h 6858001"/>
              <a:gd name="connsiteX593" fmla="*/ 5868026 w 12176663"/>
              <a:gd name="connsiteY593" fmla="*/ 5368669 h 6858001"/>
              <a:gd name="connsiteX594" fmla="*/ 5864420 w 12176663"/>
              <a:gd name="connsiteY594" fmla="*/ 5379336 h 6858001"/>
              <a:gd name="connsiteX595" fmla="*/ 5892002 w 12176663"/>
              <a:gd name="connsiteY595" fmla="*/ 5382446 h 6858001"/>
              <a:gd name="connsiteX596" fmla="*/ 5918197 w 12176663"/>
              <a:gd name="connsiteY596" fmla="*/ 5388341 h 6858001"/>
              <a:gd name="connsiteX597" fmla="*/ 5925166 w 12176663"/>
              <a:gd name="connsiteY597" fmla="*/ 5391548 h 6858001"/>
              <a:gd name="connsiteX598" fmla="*/ 5857205 w 12176663"/>
              <a:gd name="connsiteY598" fmla="*/ 5400670 h 6858001"/>
              <a:gd name="connsiteX599" fmla="*/ 5836322 w 12176663"/>
              <a:gd name="connsiteY599" fmla="*/ 5408177 h 6858001"/>
              <a:gd name="connsiteX600" fmla="*/ 5854717 w 12176663"/>
              <a:gd name="connsiteY600" fmla="*/ 5415960 h 6858001"/>
              <a:gd name="connsiteX601" fmla="*/ 5686461 w 12176663"/>
              <a:gd name="connsiteY601" fmla="*/ 5420002 h 6858001"/>
              <a:gd name="connsiteX602" fmla="*/ 5700959 w 12176663"/>
              <a:gd name="connsiteY602" fmla="*/ 5428731 h 6858001"/>
              <a:gd name="connsiteX603" fmla="*/ 5839974 w 12176663"/>
              <a:gd name="connsiteY603" fmla="*/ 5431773 h 6858001"/>
              <a:gd name="connsiteX604" fmla="*/ 5890121 w 12176663"/>
              <a:gd name="connsiteY604" fmla="*/ 5434313 h 6858001"/>
              <a:gd name="connsiteX605" fmla="*/ 5922165 w 12176663"/>
              <a:gd name="connsiteY605" fmla="*/ 5438791 h 6858001"/>
              <a:gd name="connsiteX606" fmla="*/ 5940830 w 12176663"/>
              <a:gd name="connsiteY606" fmla="*/ 5439165 h 6858001"/>
              <a:gd name="connsiteX607" fmla="*/ 5928304 w 12176663"/>
              <a:gd name="connsiteY607" fmla="*/ 5447097 h 6858001"/>
              <a:gd name="connsiteX608" fmla="*/ 5911320 w 12176663"/>
              <a:gd name="connsiteY608" fmla="*/ 5453659 h 6858001"/>
              <a:gd name="connsiteX609" fmla="*/ 5883759 w 12176663"/>
              <a:gd name="connsiteY609" fmla="*/ 5467681 h 6858001"/>
              <a:gd name="connsiteX610" fmla="*/ 5921673 w 12176663"/>
              <a:gd name="connsiteY610" fmla="*/ 5487875 h 6858001"/>
              <a:gd name="connsiteX611" fmla="*/ 5925864 w 12176663"/>
              <a:gd name="connsiteY611" fmla="*/ 5496652 h 6858001"/>
              <a:gd name="connsiteX612" fmla="*/ 5928105 w 12176663"/>
              <a:gd name="connsiteY612" fmla="*/ 5505901 h 6858001"/>
              <a:gd name="connsiteX613" fmla="*/ 5941751 w 12176663"/>
              <a:gd name="connsiteY613" fmla="*/ 5502595 h 6858001"/>
              <a:gd name="connsiteX614" fmla="*/ 5946210 w 12176663"/>
              <a:gd name="connsiteY614" fmla="*/ 5503964 h 6858001"/>
              <a:gd name="connsiteX615" fmla="*/ 5916700 w 12176663"/>
              <a:gd name="connsiteY615" fmla="*/ 5518458 h 6858001"/>
              <a:gd name="connsiteX616" fmla="*/ 5893038 w 12176663"/>
              <a:gd name="connsiteY616" fmla="*/ 5531535 h 6858001"/>
              <a:gd name="connsiteX617" fmla="*/ 5933730 w 12176663"/>
              <a:gd name="connsiteY617" fmla="*/ 5546157 h 6858001"/>
              <a:gd name="connsiteX618" fmla="*/ 5967991 w 12176663"/>
              <a:gd name="connsiteY618" fmla="*/ 5542754 h 6858001"/>
              <a:gd name="connsiteX619" fmla="*/ 5935142 w 12176663"/>
              <a:gd name="connsiteY619" fmla="*/ 5560504 h 6858001"/>
              <a:gd name="connsiteX620" fmla="*/ 5844056 w 12176663"/>
              <a:gd name="connsiteY620" fmla="*/ 5567883 h 6858001"/>
              <a:gd name="connsiteX621" fmla="*/ 5805874 w 12176663"/>
              <a:gd name="connsiteY621" fmla="*/ 5555100 h 6858001"/>
              <a:gd name="connsiteX622" fmla="*/ 5782189 w 12176663"/>
              <a:gd name="connsiteY622" fmla="*/ 5551046 h 6858001"/>
              <a:gd name="connsiteX623" fmla="*/ 5749340 w 12176663"/>
              <a:gd name="connsiteY623" fmla="*/ 5568797 h 6858001"/>
              <a:gd name="connsiteX624" fmla="*/ 5830434 w 12176663"/>
              <a:gd name="connsiteY624" fmla="*/ 5588322 h 6858001"/>
              <a:gd name="connsiteX625" fmla="*/ 5907359 w 12176663"/>
              <a:gd name="connsiteY625" fmla="*/ 5616200 h 6858001"/>
              <a:gd name="connsiteX626" fmla="*/ 5931604 w 12176663"/>
              <a:gd name="connsiteY626" fmla="*/ 5622567 h 6858001"/>
              <a:gd name="connsiteX627" fmla="*/ 5970054 w 12176663"/>
              <a:gd name="connsiteY627" fmla="*/ 5627940 h 6858001"/>
              <a:gd name="connsiteX628" fmla="*/ 5945564 w 12176663"/>
              <a:gd name="connsiteY628" fmla="*/ 5646114 h 6858001"/>
              <a:gd name="connsiteX629" fmla="*/ 5919393 w 12176663"/>
              <a:gd name="connsiteY629" fmla="*/ 5657352 h 6858001"/>
              <a:gd name="connsiteX630" fmla="*/ 5955042 w 12176663"/>
              <a:gd name="connsiteY630" fmla="*/ 5651164 h 6858001"/>
              <a:gd name="connsiteX631" fmla="*/ 6001828 w 12176663"/>
              <a:gd name="connsiteY631" fmla="*/ 5639827 h 6858001"/>
              <a:gd name="connsiteX632" fmla="*/ 6019104 w 12176663"/>
              <a:gd name="connsiteY632" fmla="*/ 5642986 h 6858001"/>
              <a:gd name="connsiteX633" fmla="*/ 6012427 w 12176663"/>
              <a:gd name="connsiteY633" fmla="*/ 5649501 h 6858001"/>
              <a:gd name="connsiteX634" fmla="*/ 5999341 w 12176663"/>
              <a:gd name="connsiteY634" fmla="*/ 5655119 h 6858001"/>
              <a:gd name="connsiteX635" fmla="*/ 5965082 w 12176663"/>
              <a:gd name="connsiteY635" fmla="*/ 5658524 h 6858001"/>
              <a:gd name="connsiteX636" fmla="*/ 5946147 w 12176663"/>
              <a:gd name="connsiteY636" fmla="*/ 5665559 h 6858001"/>
              <a:gd name="connsiteX637" fmla="*/ 5812758 w 12176663"/>
              <a:gd name="connsiteY637" fmla="*/ 5702773 h 6858001"/>
              <a:gd name="connsiteX638" fmla="*/ 5762341 w 12176663"/>
              <a:gd name="connsiteY638" fmla="*/ 5707643 h 6858001"/>
              <a:gd name="connsiteX639" fmla="*/ 5710827 w 12176663"/>
              <a:gd name="connsiteY639" fmla="*/ 5725020 h 6858001"/>
              <a:gd name="connsiteX640" fmla="*/ 5670181 w 12176663"/>
              <a:gd name="connsiteY640" fmla="*/ 5744660 h 6858001"/>
              <a:gd name="connsiteX641" fmla="*/ 5702762 w 12176663"/>
              <a:gd name="connsiteY641" fmla="*/ 5734319 h 6858001"/>
              <a:gd name="connsiteX642" fmla="*/ 5736461 w 12176663"/>
              <a:gd name="connsiteY642" fmla="*/ 5728602 h 6858001"/>
              <a:gd name="connsiteX643" fmla="*/ 5776862 w 12176663"/>
              <a:gd name="connsiteY643" fmla="*/ 5733503 h 6858001"/>
              <a:gd name="connsiteX644" fmla="*/ 5826449 w 12176663"/>
              <a:gd name="connsiteY644" fmla="*/ 5733730 h 6858001"/>
              <a:gd name="connsiteX645" fmla="*/ 5835636 w 12176663"/>
              <a:gd name="connsiteY645" fmla="*/ 5729057 h 6858001"/>
              <a:gd name="connsiteX646" fmla="*/ 5879352 w 12176663"/>
              <a:gd name="connsiteY646" fmla="*/ 5713569 h 6858001"/>
              <a:gd name="connsiteX647" fmla="*/ 5952624 w 12176663"/>
              <a:gd name="connsiteY647" fmla="*/ 5717850 h 6858001"/>
              <a:gd name="connsiteX648" fmla="*/ 5939270 w 12176663"/>
              <a:gd name="connsiteY648" fmla="*/ 5730879 h 6858001"/>
              <a:gd name="connsiteX649" fmla="*/ 5925916 w 12176663"/>
              <a:gd name="connsiteY649" fmla="*/ 5743906 h 6858001"/>
              <a:gd name="connsiteX650" fmla="*/ 5961589 w 12176663"/>
              <a:gd name="connsiteY650" fmla="*/ 5754850 h 6858001"/>
              <a:gd name="connsiteX651" fmla="*/ 5997821 w 12176663"/>
              <a:gd name="connsiteY651" fmla="*/ 5768105 h 6858001"/>
              <a:gd name="connsiteX652" fmla="*/ 5992825 w 12176663"/>
              <a:gd name="connsiteY652" fmla="*/ 5781556 h 6858001"/>
              <a:gd name="connsiteX653" fmla="*/ 5968312 w 12176663"/>
              <a:gd name="connsiteY653" fmla="*/ 5782599 h 6858001"/>
              <a:gd name="connsiteX654" fmla="*/ 5971942 w 12176663"/>
              <a:gd name="connsiteY654" fmla="*/ 5789064 h 6858001"/>
              <a:gd name="connsiteX655" fmla="*/ 5998988 w 12176663"/>
              <a:gd name="connsiteY655" fmla="*/ 5806993 h 6858001"/>
              <a:gd name="connsiteX656" fmla="*/ 6025743 w 12176663"/>
              <a:gd name="connsiteY656" fmla="*/ 5815200 h 6858001"/>
              <a:gd name="connsiteX657" fmla="*/ 6043287 w 12176663"/>
              <a:gd name="connsiteY657" fmla="*/ 5810950 h 6858001"/>
              <a:gd name="connsiteX658" fmla="*/ 6031882 w 12176663"/>
              <a:gd name="connsiteY658" fmla="*/ 5823506 h 6858001"/>
              <a:gd name="connsiteX659" fmla="*/ 6000131 w 12176663"/>
              <a:gd name="connsiteY659" fmla="*/ 5828750 h 6858001"/>
              <a:gd name="connsiteX660" fmla="*/ 5971159 w 12176663"/>
              <a:gd name="connsiteY660" fmla="*/ 5828425 h 6858001"/>
              <a:gd name="connsiteX661" fmla="*/ 5944135 w 12176663"/>
              <a:gd name="connsiteY661" fmla="*/ 5827627 h 6858001"/>
              <a:gd name="connsiteX662" fmla="*/ 5941334 w 12176663"/>
              <a:gd name="connsiteY662" fmla="*/ 5816065 h 6858001"/>
              <a:gd name="connsiteX663" fmla="*/ 5941043 w 12176663"/>
              <a:gd name="connsiteY663" fmla="*/ 5806343 h 6858001"/>
              <a:gd name="connsiteX664" fmla="*/ 5921817 w 12176663"/>
              <a:gd name="connsiteY664" fmla="*/ 5803657 h 6858001"/>
              <a:gd name="connsiteX665" fmla="*/ 5919061 w 12176663"/>
              <a:gd name="connsiteY665" fmla="*/ 5826358 h 6858001"/>
              <a:gd name="connsiteX666" fmla="*/ 5926053 w 12176663"/>
              <a:gd name="connsiteY666" fmla="*/ 5846697 h 6858001"/>
              <a:gd name="connsiteX667" fmla="*/ 5899007 w 12176663"/>
              <a:gd name="connsiteY667" fmla="*/ 5828769 h 6858001"/>
              <a:gd name="connsiteX668" fmla="*/ 5875322 w 12176663"/>
              <a:gd name="connsiteY668" fmla="*/ 5824713 h 6858001"/>
              <a:gd name="connsiteX669" fmla="*/ 5966185 w 12176663"/>
              <a:gd name="connsiteY669" fmla="*/ 5859008 h 6858001"/>
              <a:gd name="connsiteX670" fmla="*/ 5984850 w 12176663"/>
              <a:gd name="connsiteY670" fmla="*/ 5859382 h 6858001"/>
              <a:gd name="connsiteX671" fmla="*/ 5968450 w 12176663"/>
              <a:gd name="connsiteY671" fmla="*/ 5885389 h 6858001"/>
              <a:gd name="connsiteX672" fmla="*/ 5884041 w 12176663"/>
              <a:gd name="connsiteY672" fmla="*/ 5886254 h 6858001"/>
              <a:gd name="connsiteX673" fmla="*/ 5869006 w 12176663"/>
              <a:gd name="connsiteY673" fmla="*/ 5892344 h 6858001"/>
              <a:gd name="connsiteX674" fmla="*/ 5844783 w 12176663"/>
              <a:gd name="connsiteY674" fmla="*/ 5903110 h 6858001"/>
              <a:gd name="connsiteX675" fmla="*/ 5848391 w 12176663"/>
              <a:gd name="connsiteY675" fmla="*/ 5892443 h 6858001"/>
              <a:gd name="connsiteX676" fmla="*/ 5838352 w 12176663"/>
              <a:gd name="connsiteY676" fmla="*/ 5885082 h 6858001"/>
              <a:gd name="connsiteX677" fmla="*/ 5820808 w 12176663"/>
              <a:gd name="connsiteY677" fmla="*/ 5889333 h 6858001"/>
              <a:gd name="connsiteX678" fmla="*/ 5827776 w 12176663"/>
              <a:gd name="connsiteY678" fmla="*/ 5892541 h 6858001"/>
              <a:gd name="connsiteX679" fmla="*/ 5835866 w 12176663"/>
              <a:gd name="connsiteY679" fmla="*/ 5900375 h 6858001"/>
              <a:gd name="connsiteX680" fmla="*/ 5827799 w 12176663"/>
              <a:gd name="connsiteY680" fmla="*/ 5909673 h 6858001"/>
              <a:gd name="connsiteX681" fmla="*/ 5821682 w 12176663"/>
              <a:gd name="connsiteY681" fmla="*/ 5918500 h 6858001"/>
              <a:gd name="connsiteX682" fmla="*/ 5834231 w 12176663"/>
              <a:gd name="connsiteY682" fmla="*/ 5927700 h 6858001"/>
              <a:gd name="connsiteX683" fmla="*/ 5857623 w 12176663"/>
              <a:gd name="connsiteY683" fmla="*/ 5922033 h 6858001"/>
              <a:gd name="connsiteX684" fmla="*/ 5991037 w 12176663"/>
              <a:gd name="connsiteY684" fmla="*/ 5901952 h 6858001"/>
              <a:gd name="connsiteX685" fmla="*/ 6069642 w 12176663"/>
              <a:gd name="connsiteY685" fmla="*/ 5936768 h 6858001"/>
              <a:gd name="connsiteX686" fmla="*/ 6086650 w 12176663"/>
              <a:gd name="connsiteY686" fmla="*/ 5947336 h 6858001"/>
              <a:gd name="connsiteX687" fmla="*/ 6069105 w 12176663"/>
              <a:gd name="connsiteY687" fmla="*/ 5951586 h 6858001"/>
              <a:gd name="connsiteX688" fmla="*/ 6026756 w 12176663"/>
              <a:gd name="connsiteY688" fmla="*/ 5947158 h 6858001"/>
              <a:gd name="connsiteX689" fmla="*/ 6034821 w 12176663"/>
              <a:gd name="connsiteY689" fmla="*/ 5937859 h 6858001"/>
              <a:gd name="connsiteX690" fmla="*/ 6017545 w 12176663"/>
              <a:gd name="connsiteY690" fmla="*/ 5934700 h 6858001"/>
              <a:gd name="connsiteX691" fmla="*/ 5959576 w 12176663"/>
              <a:gd name="connsiteY691" fmla="*/ 5916918 h 6858001"/>
              <a:gd name="connsiteX692" fmla="*/ 5947880 w 12176663"/>
              <a:gd name="connsiteY692" fmla="*/ 5919751 h 6858001"/>
              <a:gd name="connsiteX693" fmla="*/ 5983016 w 12176663"/>
              <a:gd name="connsiteY693" fmla="*/ 5945514 h 6858001"/>
              <a:gd name="connsiteX694" fmla="*/ 5988327 w 12176663"/>
              <a:gd name="connsiteY694" fmla="*/ 5958915 h 6858001"/>
              <a:gd name="connsiteX695" fmla="*/ 5999778 w 12176663"/>
              <a:gd name="connsiteY695" fmla="*/ 5980623 h 6858001"/>
              <a:gd name="connsiteX696" fmla="*/ 6035450 w 12176663"/>
              <a:gd name="connsiteY696" fmla="*/ 5991567 h 6858001"/>
              <a:gd name="connsiteX697" fmla="*/ 6054676 w 12176663"/>
              <a:gd name="connsiteY697" fmla="*/ 5994253 h 6858001"/>
              <a:gd name="connsiteX698" fmla="*/ 6072512 w 12176663"/>
              <a:gd name="connsiteY698" fmla="*/ 5999725 h 6858001"/>
              <a:gd name="connsiteX699" fmla="*/ 6088691 w 12176663"/>
              <a:gd name="connsiteY699" fmla="*/ 6015391 h 6858001"/>
              <a:gd name="connsiteX700" fmla="*/ 6104041 w 12176663"/>
              <a:gd name="connsiteY700" fmla="*/ 6036154 h 6858001"/>
              <a:gd name="connsiteX701" fmla="*/ 6128846 w 12176663"/>
              <a:gd name="connsiteY701" fmla="*/ 6044833 h 6858001"/>
              <a:gd name="connsiteX702" fmla="*/ 6168394 w 12176663"/>
              <a:gd name="connsiteY702" fmla="*/ 6037700 h 6858001"/>
              <a:gd name="connsiteX703" fmla="*/ 6180382 w 12176663"/>
              <a:gd name="connsiteY703" fmla="*/ 6044588 h 6858001"/>
              <a:gd name="connsiteX704" fmla="*/ 6189861 w 12176663"/>
              <a:gd name="connsiteY704" fmla="*/ 6049636 h 6858001"/>
              <a:gd name="connsiteX705" fmla="*/ 6194297 w 12176663"/>
              <a:gd name="connsiteY705" fmla="*/ 6033872 h 6858001"/>
              <a:gd name="connsiteX706" fmla="*/ 6173122 w 12176663"/>
              <a:gd name="connsiteY706" fmla="*/ 6031658 h 6858001"/>
              <a:gd name="connsiteX707" fmla="*/ 6102068 w 12176663"/>
              <a:gd name="connsiteY707" fmla="*/ 6019495 h 6858001"/>
              <a:gd name="connsiteX708" fmla="*/ 6156675 w 12176663"/>
              <a:gd name="connsiteY708" fmla="*/ 6023401 h 6858001"/>
              <a:gd name="connsiteX709" fmla="*/ 6165593 w 12176663"/>
              <a:gd name="connsiteY709" fmla="*/ 6026138 h 6858001"/>
              <a:gd name="connsiteX710" fmla="*/ 6222149 w 12176663"/>
              <a:gd name="connsiteY710" fmla="*/ 6029573 h 6858001"/>
              <a:gd name="connsiteX711" fmla="*/ 6233017 w 12176663"/>
              <a:gd name="connsiteY711" fmla="*/ 6031836 h 6858001"/>
              <a:gd name="connsiteX712" fmla="*/ 6247783 w 12176663"/>
              <a:gd name="connsiteY712" fmla="*/ 6033155 h 6858001"/>
              <a:gd name="connsiteX713" fmla="*/ 6276756 w 12176663"/>
              <a:gd name="connsiteY713" fmla="*/ 6033480 h 6858001"/>
              <a:gd name="connsiteX714" fmla="*/ 6288452 w 12176663"/>
              <a:gd name="connsiteY714" fmla="*/ 6030646 h 6858001"/>
              <a:gd name="connsiteX715" fmla="*/ 6277876 w 12176663"/>
              <a:gd name="connsiteY715" fmla="*/ 6038104 h 6858001"/>
              <a:gd name="connsiteX716" fmla="*/ 6287087 w 12176663"/>
              <a:gd name="connsiteY716" fmla="*/ 6050563 h 6858001"/>
              <a:gd name="connsiteX717" fmla="*/ 6300440 w 12176663"/>
              <a:gd name="connsiteY717" fmla="*/ 6037534 h 6858001"/>
              <a:gd name="connsiteX718" fmla="*/ 6309359 w 12176663"/>
              <a:gd name="connsiteY718" fmla="*/ 6040270 h 6858001"/>
              <a:gd name="connsiteX719" fmla="*/ 6336114 w 12176663"/>
              <a:gd name="connsiteY719" fmla="*/ 6048477 h 6858001"/>
              <a:gd name="connsiteX720" fmla="*/ 6361187 w 12176663"/>
              <a:gd name="connsiteY720" fmla="*/ 6049747 h 6858001"/>
              <a:gd name="connsiteX721" fmla="*/ 6367573 w 12176663"/>
              <a:gd name="connsiteY721" fmla="*/ 6033511 h 6858001"/>
              <a:gd name="connsiteX722" fmla="*/ 6360604 w 12176663"/>
              <a:gd name="connsiteY722" fmla="*/ 6030304 h 6858001"/>
              <a:gd name="connsiteX723" fmla="*/ 6343620 w 12176663"/>
              <a:gd name="connsiteY723" fmla="*/ 6036865 h 6858001"/>
              <a:gd name="connsiteX724" fmla="*/ 6338309 w 12176663"/>
              <a:gd name="connsiteY724" fmla="*/ 6023464 h 6858001"/>
              <a:gd name="connsiteX725" fmla="*/ 6379561 w 12176663"/>
              <a:gd name="connsiteY725" fmla="*/ 6040399 h 6858001"/>
              <a:gd name="connsiteX726" fmla="*/ 6389869 w 12176663"/>
              <a:gd name="connsiteY726" fmla="*/ 6040350 h 6858001"/>
              <a:gd name="connsiteX727" fmla="*/ 6412433 w 12176663"/>
              <a:gd name="connsiteY727" fmla="*/ 6039779 h 6858001"/>
              <a:gd name="connsiteX728" fmla="*/ 6278191 w 12176663"/>
              <a:gd name="connsiteY728" fmla="*/ 6064958 h 6858001"/>
              <a:gd name="connsiteX729" fmla="*/ 6269004 w 12176663"/>
              <a:gd name="connsiteY729" fmla="*/ 6069633 h 6858001"/>
              <a:gd name="connsiteX730" fmla="*/ 6303556 w 12176663"/>
              <a:gd name="connsiteY730" fmla="*/ 6075951 h 6858001"/>
              <a:gd name="connsiteX731" fmla="*/ 6336159 w 12176663"/>
              <a:gd name="connsiteY731" fmla="*/ 6082741 h 6858001"/>
              <a:gd name="connsiteX732" fmla="*/ 6367350 w 12176663"/>
              <a:gd name="connsiteY732" fmla="*/ 6075184 h 6858001"/>
              <a:gd name="connsiteX733" fmla="*/ 6416377 w 12176663"/>
              <a:gd name="connsiteY733" fmla="*/ 6073098 h 6858001"/>
              <a:gd name="connsiteX734" fmla="*/ 6452879 w 12176663"/>
              <a:gd name="connsiteY734" fmla="*/ 6078944 h 6858001"/>
              <a:gd name="connsiteX735" fmla="*/ 6487991 w 12176663"/>
              <a:gd name="connsiteY735" fmla="*/ 6087575 h 6858001"/>
              <a:gd name="connsiteX736" fmla="*/ 6522275 w 12176663"/>
              <a:gd name="connsiteY736" fmla="*/ 6101303 h 6858001"/>
              <a:gd name="connsiteX737" fmla="*/ 6537871 w 12176663"/>
              <a:gd name="connsiteY737" fmla="*/ 6097525 h 6858001"/>
              <a:gd name="connsiteX738" fmla="*/ 6558754 w 12176663"/>
              <a:gd name="connsiteY738" fmla="*/ 6090016 h 6858001"/>
              <a:gd name="connsiteX739" fmla="*/ 6579368 w 12176663"/>
              <a:gd name="connsiteY739" fmla="*/ 6089919 h 6858001"/>
              <a:gd name="connsiteX740" fmla="*/ 6710586 w 12176663"/>
              <a:gd name="connsiteY740" fmla="*/ 6094850 h 6858001"/>
              <a:gd name="connsiteX741" fmla="*/ 6677737 w 12176663"/>
              <a:gd name="connsiteY741" fmla="*/ 6112602 h 6858001"/>
              <a:gd name="connsiteX742" fmla="*/ 6635141 w 12176663"/>
              <a:gd name="connsiteY742" fmla="*/ 6132714 h 6858001"/>
              <a:gd name="connsiteX743" fmla="*/ 6564694 w 12176663"/>
              <a:gd name="connsiteY743" fmla="*/ 6157127 h 6858001"/>
              <a:gd name="connsiteX744" fmla="*/ 6372216 w 12176663"/>
              <a:gd name="connsiteY744" fmla="*/ 6171934 h 6858001"/>
              <a:gd name="connsiteX745" fmla="*/ 6340733 w 12176663"/>
              <a:gd name="connsiteY745" fmla="*/ 6169768 h 6858001"/>
              <a:gd name="connsiteX746" fmla="*/ 6356597 w 12176663"/>
              <a:gd name="connsiteY746" fmla="*/ 6158580 h 6858001"/>
              <a:gd name="connsiteX747" fmla="*/ 6343220 w 12176663"/>
              <a:gd name="connsiteY747" fmla="*/ 6154476 h 6858001"/>
              <a:gd name="connsiteX748" fmla="*/ 6350165 w 12176663"/>
              <a:gd name="connsiteY748" fmla="*/ 6140552 h 6858001"/>
              <a:gd name="connsiteX749" fmla="*/ 6399170 w 12176663"/>
              <a:gd name="connsiteY749" fmla="*/ 6121335 h 6858001"/>
              <a:gd name="connsiteX750" fmla="*/ 6416984 w 12176663"/>
              <a:gd name="connsiteY750" fmla="*/ 6109675 h 6858001"/>
              <a:gd name="connsiteX751" fmla="*/ 6379384 w 12176663"/>
              <a:gd name="connsiteY751" fmla="*/ 6116337 h 6858001"/>
              <a:gd name="connsiteX752" fmla="*/ 6319781 w 12176663"/>
              <a:gd name="connsiteY752" fmla="*/ 6125880 h 6858001"/>
              <a:gd name="connsiteX753" fmla="*/ 6275212 w 12176663"/>
              <a:gd name="connsiteY753" fmla="*/ 6129334 h 6858001"/>
              <a:gd name="connsiteX754" fmla="*/ 6252089 w 12176663"/>
              <a:gd name="connsiteY754" fmla="*/ 6127591 h 6858001"/>
              <a:gd name="connsiteX755" fmla="*/ 6221704 w 12176663"/>
              <a:gd name="connsiteY755" fmla="*/ 6112920 h 6858001"/>
              <a:gd name="connsiteX756" fmla="*/ 6193828 w 12176663"/>
              <a:gd name="connsiteY756" fmla="*/ 6100086 h 6858001"/>
              <a:gd name="connsiteX757" fmla="*/ 6170996 w 12176663"/>
              <a:gd name="connsiteY757" fmla="*/ 6108067 h 6858001"/>
              <a:gd name="connsiteX758" fmla="*/ 6137833 w 12176663"/>
              <a:gd name="connsiteY758" fmla="*/ 6098964 h 6858001"/>
              <a:gd name="connsiteX759" fmla="*/ 6139759 w 12176663"/>
              <a:gd name="connsiteY759" fmla="*/ 6081360 h 6858001"/>
              <a:gd name="connsiteX760" fmla="*/ 6165393 w 12176663"/>
              <a:gd name="connsiteY760" fmla="*/ 6084943 h 6858001"/>
              <a:gd name="connsiteX761" fmla="*/ 6172070 w 12176663"/>
              <a:gd name="connsiteY761" fmla="*/ 6078429 h 6858001"/>
              <a:gd name="connsiteX762" fmla="*/ 6160082 w 12176663"/>
              <a:gd name="connsiteY762" fmla="*/ 6071540 h 6858001"/>
              <a:gd name="connsiteX763" fmla="*/ 6079550 w 12176663"/>
              <a:gd name="connsiteY763" fmla="*/ 6054328 h 6858001"/>
              <a:gd name="connsiteX764" fmla="*/ 6067293 w 12176663"/>
              <a:gd name="connsiteY764" fmla="*/ 6054849 h 6858001"/>
              <a:gd name="connsiteX765" fmla="*/ 6046678 w 12176663"/>
              <a:gd name="connsiteY765" fmla="*/ 6054948 h 6858001"/>
              <a:gd name="connsiteX766" fmla="*/ 5983153 w 12176663"/>
              <a:gd name="connsiteY766" fmla="*/ 6048304 h 6858001"/>
              <a:gd name="connsiteX767" fmla="*/ 5995994 w 12176663"/>
              <a:gd name="connsiteY767" fmla="*/ 6067227 h 6858001"/>
              <a:gd name="connsiteX768" fmla="*/ 6067362 w 12176663"/>
              <a:gd name="connsiteY768" fmla="*/ 6106245 h 6858001"/>
              <a:gd name="connsiteX769" fmla="*/ 6020822 w 12176663"/>
              <a:gd name="connsiteY769" fmla="*/ 6093039 h 6858001"/>
              <a:gd name="connsiteX770" fmla="*/ 5985463 w 12176663"/>
              <a:gd name="connsiteY770" fmla="*/ 6108950 h 6858001"/>
              <a:gd name="connsiteX771" fmla="*/ 6041820 w 12176663"/>
              <a:gd name="connsiteY771" fmla="*/ 6171190 h 6858001"/>
              <a:gd name="connsiteX772" fmla="*/ 6054391 w 12176663"/>
              <a:gd name="connsiteY772" fmla="*/ 6197523 h 6858001"/>
              <a:gd name="connsiteX773" fmla="*/ 5934824 w 12176663"/>
              <a:gd name="connsiteY773" fmla="*/ 6155492 h 6858001"/>
              <a:gd name="connsiteX774" fmla="*/ 5852027 w 12176663"/>
              <a:gd name="connsiteY774" fmla="*/ 6111899 h 6858001"/>
              <a:gd name="connsiteX775" fmla="*/ 5874055 w 12176663"/>
              <a:gd name="connsiteY775" fmla="*/ 6126148 h 6858001"/>
              <a:gd name="connsiteX776" fmla="*/ 5902782 w 12176663"/>
              <a:gd name="connsiteY776" fmla="*/ 6151014 h 6858001"/>
              <a:gd name="connsiteX777" fmla="*/ 5993668 w 12176663"/>
              <a:gd name="connsiteY777" fmla="*/ 6202442 h 6858001"/>
              <a:gd name="connsiteX778" fmla="*/ 6117133 w 12176663"/>
              <a:gd name="connsiteY778" fmla="*/ 6243527 h 6858001"/>
              <a:gd name="connsiteX779" fmla="*/ 6371861 w 12176663"/>
              <a:gd name="connsiteY779" fmla="*/ 6323806 h 6858001"/>
              <a:gd name="connsiteX780" fmla="*/ 6425640 w 12176663"/>
              <a:gd name="connsiteY780" fmla="*/ 6332812 h 6858001"/>
              <a:gd name="connsiteX781" fmla="*/ 6463530 w 12176663"/>
              <a:gd name="connsiteY781" fmla="*/ 6335872 h 6858001"/>
              <a:gd name="connsiteX782" fmla="*/ 6492234 w 12176663"/>
              <a:gd name="connsiteY782" fmla="*/ 6343608 h 6858001"/>
              <a:gd name="connsiteX783" fmla="*/ 6554662 w 12176663"/>
              <a:gd name="connsiteY783" fmla="*/ 6362758 h 6858001"/>
              <a:gd name="connsiteX784" fmla="*/ 6541553 w 12176663"/>
              <a:gd name="connsiteY784" fmla="*/ 6351244 h 6858001"/>
              <a:gd name="connsiteX785" fmla="*/ 6520646 w 12176663"/>
              <a:gd name="connsiteY785" fmla="*/ 6341621 h 6858001"/>
              <a:gd name="connsiteX786" fmla="*/ 6643775 w 12176663"/>
              <a:gd name="connsiteY786" fmla="*/ 6338719 h 6858001"/>
              <a:gd name="connsiteX787" fmla="*/ 6789490 w 12176663"/>
              <a:gd name="connsiteY787" fmla="*/ 6352380 h 6858001"/>
              <a:gd name="connsiteX788" fmla="*/ 6771654 w 12176663"/>
              <a:gd name="connsiteY788" fmla="*/ 6346908 h 6858001"/>
              <a:gd name="connsiteX789" fmla="*/ 6747409 w 12176663"/>
              <a:gd name="connsiteY789" fmla="*/ 6340541 h 6858001"/>
              <a:gd name="connsiteX790" fmla="*/ 6739050 w 12176663"/>
              <a:gd name="connsiteY790" fmla="*/ 6340118 h 6858001"/>
              <a:gd name="connsiteX791" fmla="*/ 6701160 w 12176663"/>
              <a:gd name="connsiteY791" fmla="*/ 6337057 h 6858001"/>
              <a:gd name="connsiteX792" fmla="*/ 6670775 w 12176663"/>
              <a:gd name="connsiteY792" fmla="*/ 6322385 h 6858001"/>
              <a:gd name="connsiteX793" fmla="*/ 6831188 w 12176663"/>
              <a:gd name="connsiteY793" fmla="*/ 6285969 h 6858001"/>
              <a:gd name="connsiteX794" fmla="*/ 6877974 w 12176663"/>
              <a:gd name="connsiteY794" fmla="*/ 6274633 h 6858001"/>
              <a:gd name="connsiteX795" fmla="*/ 6922811 w 12176663"/>
              <a:gd name="connsiteY795" fmla="*/ 6263770 h 6858001"/>
              <a:gd name="connsiteX796" fmla="*/ 6951492 w 12176663"/>
              <a:gd name="connsiteY796" fmla="*/ 6254374 h 6858001"/>
              <a:gd name="connsiteX797" fmla="*/ 6971815 w 12176663"/>
              <a:gd name="connsiteY797" fmla="*/ 6244553 h 6858001"/>
              <a:gd name="connsiteX798" fmla="*/ 6974908 w 12176663"/>
              <a:gd name="connsiteY798" fmla="*/ 6265839 h 6858001"/>
              <a:gd name="connsiteX799" fmla="*/ 6982729 w 12176663"/>
              <a:gd name="connsiteY799" fmla="*/ 6281081 h 6858001"/>
              <a:gd name="connsiteX800" fmla="*/ 6985216 w 12176663"/>
              <a:gd name="connsiteY800" fmla="*/ 6265789 h 6858001"/>
              <a:gd name="connsiteX801" fmla="*/ 6990212 w 12176663"/>
              <a:gd name="connsiteY801" fmla="*/ 6252337 h 6858001"/>
              <a:gd name="connsiteX802" fmla="*/ 7001371 w 12176663"/>
              <a:gd name="connsiteY802" fmla="*/ 6264323 h 6858001"/>
              <a:gd name="connsiteX803" fmla="*/ 7025616 w 12176663"/>
              <a:gd name="connsiteY803" fmla="*/ 6270690 h 6858001"/>
              <a:gd name="connsiteX804" fmla="*/ 7029222 w 12176663"/>
              <a:gd name="connsiteY804" fmla="*/ 6260023 h 6858001"/>
              <a:gd name="connsiteX805" fmla="*/ 7011387 w 12176663"/>
              <a:gd name="connsiteY805" fmla="*/ 6254552 h 6858001"/>
              <a:gd name="connsiteX806" fmla="*/ 7047573 w 12176663"/>
              <a:gd name="connsiteY806" fmla="*/ 6233543 h 6858001"/>
              <a:gd name="connsiteX807" fmla="*/ 7065119 w 12176663"/>
              <a:gd name="connsiteY807" fmla="*/ 6229294 h 6858001"/>
              <a:gd name="connsiteX808" fmla="*/ 7140586 w 12176663"/>
              <a:gd name="connsiteY808" fmla="*/ 6208561 h 6858001"/>
              <a:gd name="connsiteX809" fmla="*/ 7242516 w 12176663"/>
              <a:gd name="connsiteY809" fmla="*/ 6186314 h 6858001"/>
              <a:gd name="connsiteX810" fmla="*/ 7370349 w 12176663"/>
              <a:gd name="connsiteY810" fmla="*/ 6160239 h 6858001"/>
              <a:gd name="connsiteX811" fmla="*/ 7517676 w 12176663"/>
              <a:gd name="connsiteY811" fmla="*/ 6129442 h 6858001"/>
              <a:gd name="connsiteX812" fmla="*/ 7451665 w 12176663"/>
              <a:gd name="connsiteY812" fmla="*/ 6138091 h 6858001"/>
              <a:gd name="connsiteX813" fmla="*/ 7399007 w 12176663"/>
              <a:gd name="connsiteY813" fmla="*/ 6133711 h 6858001"/>
              <a:gd name="connsiteX814" fmla="*/ 7406514 w 12176663"/>
              <a:gd name="connsiteY814" fmla="*/ 6122099 h 6858001"/>
              <a:gd name="connsiteX815" fmla="*/ 7416529 w 12176663"/>
              <a:gd name="connsiteY815" fmla="*/ 6112327 h 6858001"/>
              <a:gd name="connsiteX816" fmla="*/ 7421257 w 12176663"/>
              <a:gd name="connsiteY816" fmla="*/ 6106286 h 6858001"/>
              <a:gd name="connsiteX817" fmla="*/ 7382537 w 12176663"/>
              <a:gd name="connsiteY817" fmla="*/ 6108323 h 6858001"/>
              <a:gd name="connsiteX818" fmla="*/ 7354125 w 12176663"/>
              <a:gd name="connsiteY818" fmla="*/ 6110310 h 6858001"/>
              <a:gd name="connsiteX819" fmla="*/ 7331561 w 12176663"/>
              <a:gd name="connsiteY819" fmla="*/ 6110881 h 6858001"/>
              <a:gd name="connsiteX820" fmla="*/ 7312358 w 12176663"/>
              <a:gd name="connsiteY820" fmla="*/ 6125325 h 6858001"/>
              <a:gd name="connsiteX821" fmla="*/ 7269202 w 12176663"/>
              <a:gd name="connsiteY821" fmla="*/ 6143126 h 6858001"/>
              <a:gd name="connsiteX822" fmla="*/ 7218786 w 12176663"/>
              <a:gd name="connsiteY822" fmla="*/ 6147996 h 6858001"/>
              <a:gd name="connsiteX823" fmla="*/ 7231311 w 12176663"/>
              <a:gd name="connsiteY823" fmla="*/ 6140065 h 6858001"/>
              <a:gd name="connsiteX824" fmla="*/ 7239378 w 12176663"/>
              <a:gd name="connsiteY824" fmla="*/ 6130766 h 6858001"/>
              <a:gd name="connsiteX825" fmla="*/ 7238257 w 12176663"/>
              <a:gd name="connsiteY825" fmla="*/ 6126140 h 6858001"/>
              <a:gd name="connsiteX826" fmla="*/ 7253584 w 12176663"/>
              <a:gd name="connsiteY826" fmla="*/ 6129773 h 6858001"/>
              <a:gd name="connsiteX827" fmla="*/ 7272808 w 12176663"/>
              <a:gd name="connsiteY827" fmla="*/ 6132458 h 6858001"/>
              <a:gd name="connsiteX828" fmla="*/ 7282826 w 12176663"/>
              <a:gd name="connsiteY828" fmla="*/ 6122688 h 6858001"/>
              <a:gd name="connsiteX829" fmla="*/ 7292281 w 12176663"/>
              <a:gd name="connsiteY829" fmla="*/ 6110604 h 6858001"/>
              <a:gd name="connsiteX830" fmla="*/ 7326541 w 12176663"/>
              <a:gd name="connsiteY830" fmla="*/ 6107200 h 6858001"/>
              <a:gd name="connsiteX831" fmla="*/ 7340456 w 12176663"/>
              <a:gd name="connsiteY831" fmla="*/ 6096483 h 6858001"/>
              <a:gd name="connsiteX832" fmla="*/ 7318452 w 12176663"/>
              <a:gd name="connsiteY832" fmla="*/ 6099368 h 6858001"/>
              <a:gd name="connsiteX833" fmla="*/ 7247152 w 12176663"/>
              <a:gd name="connsiteY833" fmla="*/ 6111745 h 6858001"/>
              <a:gd name="connsiteX834" fmla="*/ 7174463 w 12176663"/>
              <a:gd name="connsiteY834" fmla="*/ 6126907 h 6858001"/>
              <a:gd name="connsiteX835" fmla="*/ 7129066 w 12176663"/>
              <a:gd name="connsiteY835" fmla="*/ 6135458 h 6858001"/>
              <a:gd name="connsiteX836" fmla="*/ 7093708 w 12176663"/>
              <a:gd name="connsiteY836" fmla="*/ 6151369 h 6858001"/>
              <a:gd name="connsiteX837" fmla="*/ 7041926 w 12176663"/>
              <a:gd name="connsiteY837" fmla="*/ 6176156 h 6858001"/>
              <a:gd name="connsiteX838" fmla="*/ 7016291 w 12176663"/>
              <a:gd name="connsiteY838" fmla="*/ 6172573 h 6858001"/>
              <a:gd name="connsiteX839" fmla="*/ 7018778 w 12176663"/>
              <a:gd name="connsiteY839" fmla="*/ 6157282 h 6858001"/>
              <a:gd name="connsiteX840" fmla="*/ 6979498 w 12176663"/>
              <a:gd name="connsiteY840" fmla="*/ 6157006 h 6858001"/>
              <a:gd name="connsiteX841" fmla="*/ 7005938 w 12176663"/>
              <a:gd name="connsiteY841" fmla="*/ 6138359 h 6858001"/>
              <a:gd name="connsiteX842" fmla="*/ 7068319 w 12176663"/>
              <a:gd name="connsiteY842" fmla="*/ 6123245 h 6858001"/>
              <a:gd name="connsiteX843" fmla="*/ 7109818 w 12176663"/>
              <a:gd name="connsiteY843" fmla="*/ 6115639 h 6858001"/>
              <a:gd name="connsiteX844" fmla="*/ 7190304 w 12176663"/>
              <a:gd name="connsiteY844" fmla="*/ 6098587 h 6858001"/>
              <a:gd name="connsiteX845" fmla="*/ 7238211 w 12176663"/>
              <a:gd name="connsiteY845" fmla="*/ 6091877 h 6858001"/>
              <a:gd name="connsiteX846" fmla="*/ 7252978 w 12176663"/>
              <a:gd name="connsiteY846" fmla="*/ 6093196 h 6858001"/>
              <a:gd name="connsiteX847" fmla="*/ 7241258 w 12176663"/>
              <a:gd name="connsiteY847" fmla="*/ 6078898 h 6858001"/>
              <a:gd name="connsiteX848" fmla="*/ 7251834 w 12176663"/>
              <a:gd name="connsiteY848" fmla="*/ 6071440 h 6858001"/>
              <a:gd name="connsiteX849" fmla="*/ 7295842 w 12176663"/>
              <a:gd name="connsiteY849" fmla="*/ 6065674 h 6858001"/>
              <a:gd name="connsiteX850" fmla="*/ 7284705 w 12176663"/>
              <a:gd name="connsiteY850" fmla="*/ 6070820 h 6858001"/>
              <a:gd name="connsiteX851" fmla="*/ 7276639 w 12176663"/>
              <a:gd name="connsiteY851" fmla="*/ 6080119 h 6858001"/>
              <a:gd name="connsiteX852" fmla="*/ 7298374 w 12176663"/>
              <a:gd name="connsiteY852" fmla="*/ 6084646 h 6858001"/>
              <a:gd name="connsiteX853" fmla="*/ 7317040 w 12176663"/>
              <a:gd name="connsiteY853" fmla="*/ 6085020 h 6858001"/>
              <a:gd name="connsiteX854" fmla="*/ 7337655 w 12176663"/>
              <a:gd name="connsiteY854" fmla="*/ 6084922 h 6858001"/>
              <a:gd name="connsiteX855" fmla="*/ 7358829 w 12176663"/>
              <a:gd name="connsiteY855" fmla="*/ 6087136 h 6858001"/>
              <a:gd name="connsiteX856" fmla="*/ 7376375 w 12176663"/>
              <a:gd name="connsiteY856" fmla="*/ 6082885 h 6858001"/>
              <a:gd name="connsiteX857" fmla="*/ 7338752 w 12176663"/>
              <a:gd name="connsiteY857" fmla="*/ 6072415 h 6858001"/>
              <a:gd name="connsiteX858" fmla="*/ 7323694 w 12176663"/>
              <a:gd name="connsiteY858" fmla="*/ 6061374 h 6858001"/>
              <a:gd name="connsiteX859" fmla="*/ 7338437 w 12176663"/>
              <a:gd name="connsiteY859" fmla="*/ 6045561 h 6858001"/>
              <a:gd name="connsiteX860" fmla="*/ 7333419 w 12176663"/>
              <a:gd name="connsiteY860" fmla="*/ 6041881 h 6858001"/>
              <a:gd name="connsiteX861" fmla="*/ 7314753 w 12176663"/>
              <a:gd name="connsiteY861" fmla="*/ 6041507 h 6858001"/>
              <a:gd name="connsiteX862" fmla="*/ 7289119 w 12176663"/>
              <a:gd name="connsiteY862" fmla="*/ 6037924 h 6858001"/>
              <a:gd name="connsiteX863" fmla="*/ 7272403 w 12176663"/>
              <a:gd name="connsiteY863" fmla="*/ 6037078 h 6858001"/>
              <a:gd name="connsiteX864" fmla="*/ 7258488 w 12176663"/>
              <a:gd name="connsiteY864" fmla="*/ 6047793 h 6858001"/>
              <a:gd name="connsiteX865" fmla="*/ 7242625 w 12176663"/>
              <a:gd name="connsiteY865" fmla="*/ 6058982 h 6858001"/>
              <a:gd name="connsiteX866" fmla="*/ 7214772 w 12176663"/>
              <a:gd name="connsiteY866" fmla="*/ 6063281 h 6858001"/>
              <a:gd name="connsiteX867" fmla="*/ 7163235 w 12176663"/>
              <a:gd name="connsiteY867" fmla="*/ 6063526 h 6858001"/>
              <a:gd name="connsiteX868" fmla="*/ 7182998 w 12176663"/>
              <a:gd name="connsiteY868" fmla="*/ 6051393 h 6858001"/>
              <a:gd name="connsiteX869" fmla="*/ 7236730 w 12176663"/>
              <a:gd name="connsiteY869" fmla="*/ 6026135 h 6858001"/>
              <a:gd name="connsiteX870" fmla="*/ 7276279 w 12176663"/>
              <a:gd name="connsiteY870" fmla="*/ 6019001 h 6858001"/>
              <a:gd name="connsiteX871" fmla="*/ 7296333 w 12176663"/>
              <a:gd name="connsiteY871" fmla="*/ 6016590 h 6858001"/>
              <a:gd name="connsiteX872" fmla="*/ 7426653 w 12176663"/>
              <a:gd name="connsiteY872" fmla="*/ 5975225 h 6858001"/>
              <a:gd name="connsiteX873" fmla="*/ 7468420 w 12176663"/>
              <a:gd name="connsiteY873" fmla="*/ 5960209 h 6858001"/>
              <a:gd name="connsiteX874" fmla="*/ 7514086 w 12176663"/>
              <a:gd name="connsiteY874" fmla="*/ 5944248 h 6858001"/>
              <a:gd name="connsiteX875" fmla="*/ 7645549 w 12176663"/>
              <a:gd name="connsiteY875" fmla="*/ 5924639 h 6858001"/>
              <a:gd name="connsiteX876" fmla="*/ 7677860 w 12176663"/>
              <a:gd name="connsiteY876" fmla="*/ 5921708 h 6858001"/>
              <a:gd name="connsiteX877" fmla="*/ 7663117 w 12176663"/>
              <a:gd name="connsiteY877" fmla="*/ 5937521 h 6858001"/>
              <a:gd name="connsiteX878" fmla="*/ 7617473 w 12176663"/>
              <a:gd name="connsiteY878" fmla="*/ 5970613 h 6858001"/>
              <a:gd name="connsiteX879" fmla="*/ 7636968 w 12176663"/>
              <a:gd name="connsiteY879" fmla="*/ 5965890 h 6858001"/>
              <a:gd name="connsiteX880" fmla="*/ 7722159 w 12176663"/>
              <a:gd name="connsiteY880" fmla="*/ 5925664 h 6858001"/>
              <a:gd name="connsiteX881" fmla="*/ 7744992 w 12176663"/>
              <a:gd name="connsiteY881" fmla="*/ 5917684 h 6858001"/>
              <a:gd name="connsiteX882" fmla="*/ 7835180 w 12176663"/>
              <a:gd name="connsiteY882" fmla="*/ 5864007 h 6858001"/>
              <a:gd name="connsiteX883" fmla="*/ 7963259 w 12176663"/>
              <a:gd name="connsiteY883" fmla="*/ 5813391 h 6858001"/>
              <a:gd name="connsiteX884" fmla="*/ 7944617 w 12176663"/>
              <a:gd name="connsiteY884" fmla="*/ 5830149 h 6858001"/>
              <a:gd name="connsiteX885" fmla="*/ 7960211 w 12176663"/>
              <a:gd name="connsiteY885" fmla="*/ 5826370 h 6858001"/>
              <a:gd name="connsiteX886" fmla="*/ 8021182 w 12176663"/>
              <a:gd name="connsiteY886" fmla="*/ 5796910 h 6858001"/>
              <a:gd name="connsiteX887" fmla="*/ 8066555 w 12176663"/>
              <a:gd name="connsiteY887" fmla="*/ 5771228 h 6858001"/>
              <a:gd name="connsiteX888" fmla="*/ 8163175 w 12176663"/>
              <a:gd name="connsiteY888" fmla="*/ 5735578 h 6858001"/>
              <a:gd name="connsiteX889" fmla="*/ 8076885 w 12176663"/>
              <a:gd name="connsiteY889" fmla="*/ 5788311 h 6858001"/>
              <a:gd name="connsiteX890" fmla="*/ 7963573 w 12176663"/>
              <a:gd name="connsiteY890" fmla="*/ 5840245 h 6858001"/>
              <a:gd name="connsiteX891" fmla="*/ 7938500 w 12176663"/>
              <a:gd name="connsiteY891" fmla="*/ 5838975 h 6858001"/>
              <a:gd name="connsiteX892" fmla="*/ 7865273 w 12176663"/>
              <a:gd name="connsiteY892" fmla="*/ 5868958 h 6858001"/>
              <a:gd name="connsiteX893" fmla="*/ 7878381 w 12176663"/>
              <a:gd name="connsiteY893" fmla="*/ 5880471 h 6858001"/>
              <a:gd name="connsiteX894" fmla="*/ 7900385 w 12176663"/>
              <a:gd name="connsiteY894" fmla="*/ 5877588 h 6858001"/>
              <a:gd name="connsiteX895" fmla="*/ 7926848 w 12176663"/>
              <a:gd name="connsiteY895" fmla="*/ 5876073 h 6858001"/>
              <a:gd name="connsiteX896" fmla="*/ 7957210 w 12176663"/>
              <a:gd name="connsiteY896" fmla="*/ 5873614 h 6858001"/>
              <a:gd name="connsiteX897" fmla="*/ 7991739 w 12176663"/>
              <a:gd name="connsiteY897" fmla="*/ 5862799 h 6858001"/>
              <a:gd name="connsiteX898" fmla="*/ 8019861 w 12176663"/>
              <a:gd name="connsiteY898" fmla="*/ 5851090 h 6858001"/>
              <a:gd name="connsiteX899" fmla="*/ 8028195 w 12176663"/>
              <a:gd name="connsiteY899" fmla="*/ 5834381 h 6858001"/>
              <a:gd name="connsiteX900" fmla="*/ 8202769 w 12176663"/>
              <a:gd name="connsiteY900" fmla="*/ 5762708 h 6858001"/>
              <a:gd name="connsiteX901" fmla="*/ 8313885 w 12176663"/>
              <a:gd name="connsiteY901" fmla="*/ 5735787 h 6858001"/>
              <a:gd name="connsiteX902" fmla="*/ 8467621 w 12176663"/>
              <a:gd name="connsiteY902" fmla="*/ 5705885 h 6858001"/>
              <a:gd name="connsiteX903" fmla="*/ 8489066 w 12176663"/>
              <a:gd name="connsiteY903" fmla="*/ 5700690 h 6858001"/>
              <a:gd name="connsiteX904" fmla="*/ 8536680 w 12176663"/>
              <a:gd name="connsiteY904" fmla="*/ 5684258 h 6858001"/>
              <a:gd name="connsiteX905" fmla="*/ 8575669 w 12176663"/>
              <a:gd name="connsiteY905" fmla="*/ 5674812 h 6858001"/>
              <a:gd name="connsiteX906" fmla="*/ 8615218 w 12176663"/>
              <a:gd name="connsiteY906" fmla="*/ 5667678 h 6858001"/>
              <a:gd name="connsiteX907" fmla="*/ 8695704 w 12176663"/>
              <a:gd name="connsiteY907" fmla="*/ 5650626 h 6858001"/>
              <a:gd name="connsiteX908" fmla="*/ 8733840 w 12176663"/>
              <a:gd name="connsiteY908" fmla="*/ 5629146 h 6858001"/>
              <a:gd name="connsiteX909" fmla="*/ 8665028 w 12176663"/>
              <a:gd name="connsiteY909" fmla="*/ 5626232 h 6858001"/>
              <a:gd name="connsiteX910" fmla="*/ 8579230 w 12176663"/>
              <a:gd name="connsiteY910" fmla="*/ 5629881 h 6858001"/>
              <a:gd name="connsiteX911" fmla="*/ 8568094 w 12176663"/>
              <a:gd name="connsiteY911" fmla="*/ 5635027 h 6858001"/>
              <a:gd name="connsiteX912" fmla="*/ 8547770 w 12176663"/>
              <a:gd name="connsiteY912" fmla="*/ 5644847 h 6858001"/>
              <a:gd name="connsiteX913" fmla="*/ 8531055 w 12176663"/>
              <a:gd name="connsiteY913" fmla="*/ 5644002 h 6858001"/>
              <a:gd name="connsiteX914" fmla="*/ 8548039 w 12176663"/>
              <a:gd name="connsiteY914" fmla="*/ 5637438 h 6858001"/>
              <a:gd name="connsiteX915" fmla="*/ 8566413 w 12176663"/>
              <a:gd name="connsiteY915" fmla="*/ 5628091 h 6858001"/>
              <a:gd name="connsiteX916" fmla="*/ 8548308 w 12176663"/>
              <a:gd name="connsiteY916" fmla="*/ 5630029 h 6858001"/>
              <a:gd name="connsiteX917" fmla="*/ 8669441 w 12176663"/>
              <a:gd name="connsiteY917" fmla="*/ 5593336 h 6858001"/>
              <a:gd name="connsiteX918" fmla="*/ 8736842 w 12176663"/>
              <a:gd name="connsiteY918" fmla="*/ 5581903 h 6858001"/>
              <a:gd name="connsiteX919" fmla="*/ 8733772 w 12176663"/>
              <a:gd name="connsiteY919" fmla="*/ 5577750 h 6858001"/>
              <a:gd name="connsiteX920" fmla="*/ 8768571 w 12176663"/>
              <a:gd name="connsiteY920" fmla="*/ 5559527 h 6858001"/>
              <a:gd name="connsiteX921" fmla="*/ 8861582 w 12176663"/>
              <a:gd name="connsiteY921" fmla="*/ 5534545 h 6858001"/>
              <a:gd name="connsiteX922" fmla="*/ 8968801 w 12176663"/>
              <a:gd name="connsiteY922" fmla="*/ 5508568 h 6858001"/>
              <a:gd name="connsiteX923" fmla="*/ 9184650 w 12176663"/>
              <a:gd name="connsiteY923" fmla="*/ 5470962 h 6858001"/>
              <a:gd name="connsiteX924" fmla="*/ 9252879 w 12176663"/>
              <a:gd name="connsiteY924" fmla="*/ 5454431 h 6858001"/>
              <a:gd name="connsiteX925" fmla="*/ 9291306 w 12176663"/>
              <a:gd name="connsiteY925" fmla="*/ 5442673 h 6858001"/>
              <a:gd name="connsiteX926" fmla="*/ 9259557 w 12176663"/>
              <a:gd name="connsiteY926" fmla="*/ 5447917 h 6858001"/>
              <a:gd name="connsiteX927" fmla="*/ 9224175 w 12176663"/>
              <a:gd name="connsiteY927" fmla="*/ 5446697 h 6858001"/>
              <a:gd name="connsiteX928" fmla="*/ 9180727 w 12176663"/>
              <a:gd name="connsiteY928" fmla="*/ 5454775 h 6858001"/>
              <a:gd name="connsiteX929" fmla="*/ 9010836 w 12176663"/>
              <a:gd name="connsiteY929" fmla="*/ 5486143 h 6858001"/>
              <a:gd name="connsiteX930" fmla="*/ 8954571 w 12176663"/>
              <a:gd name="connsiteY930" fmla="*/ 5492429 h 6858001"/>
              <a:gd name="connsiteX931" fmla="*/ 8979353 w 12176663"/>
              <a:gd name="connsiteY931" fmla="*/ 5483977 h 6858001"/>
              <a:gd name="connsiteX932" fmla="*/ 9033108 w 12176663"/>
              <a:gd name="connsiteY932" fmla="*/ 5475850 h 6858001"/>
              <a:gd name="connsiteX933" fmla="*/ 9106066 w 12176663"/>
              <a:gd name="connsiteY933" fmla="*/ 5453278 h 6858001"/>
              <a:gd name="connsiteX934" fmla="*/ 9142544 w 12176663"/>
              <a:gd name="connsiteY934" fmla="*/ 5441992 h 6858001"/>
              <a:gd name="connsiteX935" fmla="*/ 9157311 w 12176663"/>
              <a:gd name="connsiteY935" fmla="*/ 5443310 h 6858001"/>
              <a:gd name="connsiteX936" fmla="*/ 9186261 w 12176663"/>
              <a:gd name="connsiteY936" fmla="*/ 5426504 h 6858001"/>
              <a:gd name="connsiteX937" fmla="*/ 9192378 w 12176663"/>
              <a:gd name="connsiteY937" fmla="*/ 5417677 h 6858001"/>
              <a:gd name="connsiteX938" fmla="*/ 9205195 w 12176663"/>
              <a:gd name="connsiteY938" fmla="*/ 5419469 h 6858001"/>
              <a:gd name="connsiteX939" fmla="*/ 9200467 w 12176663"/>
              <a:gd name="connsiteY939" fmla="*/ 5425511 h 6858001"/>
              <a:gd name="connsiteX940" fmla="*/ 9197128 w 12176663"/>
              <a:gd name="connsiteY940" fmla="*/ 5428767 h 6858001"/>
              <a:gd name="connsiteX941" fmla="*/ 9215793 w 12176663"/>
              <a:gd name="connsiteY941" fmla="*/ 5429141 h 6858001"/>
              <a:gd name="connsiteX942" fmla="*/ 9233047 w 12176663"/>
              <a:gd name="connsiteY942" fmla="*/ 5415169 h 6858001"/>
              <a:gd name="connsiteX943" fmla="*/ 9266455 w 12176663"/>
              <a:gd name="connsiteY943" fmla="*/ 5399730 h 6858001"/>
              <a:gd name="connsiteX944" fmla="*/ 9351671 w 12176663"/>
              <a:gd name="connsiteY944" fmla="*/ 5376637 h 6858001"/>
              <a:gd name="connsiteX945" fmla="*/ 9386491 w 12176663"/>
              <a:gd name="connsiteY945" fmla="*/ 5375544 h 6858001"/>
              <a:gd name="connsiteX946" fmla="*/ 9403207 w 12176663"/>
              <a:gd name="connsiteY946" fmla="*/ 5376392 h 6858001"/>
              <a:gd name="connsiteX947" fmla="*/ 9446923 w 12176663"/>
              <a:gd name="connsiteY947" fmla="*/ 5360904 h 6858001"/>
              <a:gd name="connsiteX948" fmla="*/ 9530480 w 12176663"/>
              <a:gd name="connsiteY948" fmla="*/ 5348004 h 6858001"/>
              <a:gd name="connsiteX949" fmla="*/ 9554724 w 12176663"/>
              <a:gd name="connsiteY949" fmla="*/ 5354372 h 6858001"/>
              <a:gd name="connsiteX950" fmla="*/ 9512397 w 12176663"/>
              <a:gd name="connsiteY950" fmla="*/ 5367074 h 6858001"/>
              <a:gd name="connsiteX951" fmla="*/ 9509911 w 12176663"/>
              <a:gd name="connsiteY951" fmla="*/ 5382366 h 6858001"/>
              <a:gd name="connsiteX952" fmla="*/ 9559206 w 12176663"/>
              <a:gd name="connsiteY952" fmla="*/ 5372870 h 6858001"/>
              <a:gd name="connsiteX953" fmla="*/ 9587888 w 12176663"/>
              <a:gd name="connsiteY953" fmla="*/ 5363474 h 6858001"/>
              <a:gd name="connsiteX954" fmla="*/ 9594027 w 12176663"/>
              <a:gd name="connsiteY954" fmla="*/ 5371780 h 6858001"/>
              <a:gd name="connsiteX955" fmla="*/ 9599899 w 12176663"/>
              <a:gd name="connsiteY955" fmla="*/ 5387494 h 6858001"/>
              <a:gd name="connsiteX956" fmla="*/ 9647245 w 12176663"/>
              <a:gd name="connsiteY956" fmla="*/ 5378471 h 6858001"/>
              <a:gd name="connsiteX957" fmla="*/ 9639717 w 12176663"/>
              <a:gd name="connsiteY957" fmla="*/ 5372950 h 6858001"/>
              <a:gd name="connsiteX958" fmla="*/ 9669495 w 12176663"/>
              <a:gd name="connsiteY958" fmla="*/ 5351047 h 6858001"/>
              <a:gd name="connsiteX959" fmla="*/ 9681751 w 12176663"/>
              <a:gd name="connsiteY959" fmla="*/ 5350526 h 6858001"/>
              <a:gd name="connsiteX960" fmla="*/ 9714354 w 12176663"/>
              <a:gd name="connsiteY960" fmla="*/ 5357315 h 6858001"/>
              <a:gd name="connsiteX961" fmla="*/ 9726881 w 12176663"/>
              <a:gd name="connsiteY961" fmla="*/ 5349385 h 6858001"/>
              <a:gd name="connsiteX962" fmla="*/ 9749981 w 12176663"/>
              <a:gd name="connsiteY962" fmla="*/ 5333996 h 6858001"/>
              <a:gd name="connsiteX963" fmla="*/ 9756098 w 12176663"/>
              <a:gd name="connsiteY963" fmla="*/ 5325169 h 6858001"/>
              <a:gd name="connsiteX964" fmla="*/ 9728514 w 12176663"/>
              <a:gd name="connsiteY964" fmla="*/ 5322059 h 6858001"/>
              <a:gd name="connsiteX965" fmla="*/ 9740481 w 12176663"/>
              <a:gd name="connsiteY965" fmla="*/ 5311815 h 6858001"/>
              <a:gd name="connsiteX966" fmla="*/ 9751593 w 12176663"/>
              <a:gd name="connsiteY966" fmla="*/ 5289537 h 6858001"/>
              <a:gd name="connsiteX967" fmla="*/ 9778326 w 12176663"/>
              <a:gd name="connsiteY967" fmla="*/ 5280613 h 6858001"/>
              <a:gd name="connsiteX968" fmla="*/ 9792531 w 12176663"/>
              <a:gd name="connsiteY968" fmla="*/ 5279619 h 6858001"/>
              <a:gd name="connsiteX969" fmla="*/ 9780006 w 12176663"/>
              <a:gd name="connsiteY969" fmla="*/ 5287550 h 6858001"/>
              <a:gd name="connsiteX970" fmla="*/ 9809247 w 12176663"/>
              <a:gd name="connsiteY970" fmla="*/ 5280466 h 6858001"/>
              <a:gd name="connsiteX971" fmla="*/ 9871068 w 12176663"/>
              <a:gd name="connsiteY971" fmla="*/ 5263039 h 6858001"/>
              <a:gd name="connsiteX972" fmla="*/ 9901138 w 12176663"/>
              <a:gd name="connsiteY972" fmla="*/ 5250857 h 6858001"/>
              <a:gd name="connsiteX973" fmla="*/ 9848773 w 12176663"/>
              <a:gd name="connsiteY973" fmla="*/ 5256199 h 6858001"/>
              <a:gd name="connsiteX974" fmla="*/ 9785539 w 12176663"/>
              <a:gd name="connsiteY974" fmla="*/ 5259279 h 6858001"/>
              <a:gd name="connsiteX975" fmla="*/ 9801404 w 12176663"/>
              <a:gd name="connsiteY975" fmla="*/ 5248091 h 6858001"/>
              <a:gd name="connsiteX976" fmla="*/ 9849310 w 12176663"/>
              <a:gd name="connsiteY976" fmla="*/ 5241381 h 6858001"/>
              <a:gd name="connsiteX977" fmla="*/ 9897217 w 12176663"/>
              <a:gd name="connsiteY977" fmla="*/ 5234670 h 6858001"/>
              <a:gd name="connsiteX978" fmla="*/ 9907793 w 12176663"/>
              <a:gd name="connsiteY978" fmla="*/ 5227212 h 6858001"/>
              <a:gd name="connsiteX979" fmla="*/ 9919198 w 12176663"/>
              <a:gd name="connsiteY979" fmla="*/ 5214656 h 6858001"/>
              <a:gd name="connsiteX980" fmla="*/ 9923926 w 12176663"/>
              <a:gd name="connsiteY980" fmla="*/ 5208615 h 6858001"/>
              <a:gd name="connsiteX981" fmla="*/ 9899972 w 12176663"/>
              <a:gd name="connsiteY981" fmla="*/ 5211969 h 6858001"/>
              <a:gd name="connsiteX982" fmla="*/ 9887984 w 12176663"/>
              <a:gd name="connsiteY982" fmla="*/ 5205081 h 6858001"/>
              <a:gd name="connsiteX983" fmla="*/ 9875168 w 12176663"/>
              <a:gd name="connsiteY983" fmla="*/ 5203290 h 6858001"/>
              <a:gd name="connsiteX984" fmla="*/ 9841466 w 12176663"/>
              <a:gd name="connsiteY984" fmla="*/ 5209006 h 6858001"/>
              <a:gd name="connsiteX985" fmla="*/ 9770727 w 12176663"/>
              <a:gd name="connsiteY985" fmla="*/ 5223697 h 6858001"/>
              <a:gd name="connsiteX986" fmla="*/ 9713634 w 12176663"/>
              <a:gd name="connsiteY986" fmla="*/ 5235081 h 6858001"/>
              <a:gd name="connsiteX987" fmla="*/ 9701377 w 12176663"/>
              <a:gd name="connsiteY987" fmla="*/ 5235602 h 6858001"/>
              <a:gd name="connsiteX988" fmla="*/ 9550757 w 12176663"/>
              <a:gd name="connsiteY988" fmla="*/ 5303920 h 6858001"/>
              <a:gd name="connsiteX989" fmla="*/ 9476679 w 12176663"/>
              <a:gd name="connsiteY989" fmla="*/ 5321868 h 6858001"/>
              <a:gd name="connsiteX990" fmla="*/ 9421266 w 12176663"/>
              <a:gd name="connsiteY990" fmla="*/ 5340189 h 6858001"/>
              <a:gd name="connsiteX991" fmla="*/ 9412909 w 12176663"/>
              <a:gd name="connsiteY991" fmla="*/ 5339766 h 6858001"/>
              <a:gd name="connsiteX992" fmla="*/ 9399531 w 12176663"/>
              <a:gd name="connsiteY992" fmla="*/ 5335663 h 6858001"/>
              <a:gd name="connsiteX993" fmla="*/ 9398702 w 12176663"/>
              <a:gd name="connsiteY993" fmla="*/ 5340760 h 6858001"/>
              <a:gd name="connsiteX994" fmla="*/ 9387565 w 12176663"/>
              <a:gd name="connsiteY994" fmla="*/ 5345906 h 6858001"/>
              <a:gd name="connsiteX995" fmla="*/ 9373651 w 12176663"/>
              <a:gd name="connsiteY995" fmla="*/ 5356622 h 6858001"/>
              <a:gd name="connsiteX996" fmla="*/ 9369192 w 12176663"/>
              <a:gd name="connsiteY996" fmla="*/ 5355254 h 6858001"/>
              <a:gd name="connsiteX997" fmla="*/ 9354134 w 12176663"/>
              <a:gd name="connsiteY997" fmla="*/ 5344213 h 6858001"/>
              <a:gd name="connsiteX998" fmla="*/ 9343266 w 12176663"/>
              <a:gd name="connsiteY998" fmla="*/ 5341950 h 6858001"/>
              <a:gd name="connsiteX999" fmla="*/ 9359690 w 12176663"/>
              <a:gd name="connsiteY999" fmla="*/ 5333073 h 6858001"/>
              <a:gd name="connsiteX1000" fmla="*/ 9446563 w 12176663"/>
              <a:gd name="connsiteY1000" fmla="*/ 5299786 h 6858001"/>
              <a:gd name="connsiteX1001" fmla="*/ 9442104 w 12176663"/>
              <a:gd name="connsiteY1001" fmla="*/ 5298419 h 6858001"/>
              <a:gd name="connsiteX1002" fmla="*/ 9426217 w 12176663"/>
              <a:gd name="connsiteY1002" fmla="*/ 5292474 h 6858001"/>
              <a:gd name="connsiteX1003" fmla="*/ 9426485 w 12176663"/>
              <a:gd name="connsiteY1003" fmla="*/ 5285065 h 6858001"/>
              <a:gd name="connsiteX1004" fmla="*/ 9431773 w 12176663"/>
              <a:gd name="connsiteY1004" fmla="*/ 5281336 h 6858001"/>
              <a:gd name="connsiteX1005" fmla="*/ 9385816 w 12176663"/>
              <a:gd name="connsiteY1005" fmla="*/ 5287573 h 6858001"/>
              <a:gd name="connsiteX1006" fmla="*/ 9386108 w 12176663"/>
              <a:gd name="connsiteY1006" fmla="*/ 5297295 h 6858001"/>
              <a:gd name="connsiteX1007" fmla="*/ 9378041 w 12176663"/>
              <a:gd name="connsiteY1007" fmla="*/ 5306594 h 6858001"/>
              <a:gd name="connsiteX1008" fmla="*/ 9354356 w 12176663"/>
              <a:gd name="connsiteY1008" fmla="*/ 5302540 h 6858001"/>
              <a:gd name="connsiteX1009" fmla="*/ 9322046 w 12176663"/>
              <a:gd name="connsiteY1009" fmla="*/ 5305471 h 6858001"/>
              <a:gd name="connsiteX1010" fmla="*/ 9293074 w 12176663"/>
              <a:gd name="connsiteY1010" fmla="*/ 5305146 h 6858001"/>
              <a:gd name="connsiteX1011" fmla="*/ 9275796 w 12176663"/>
              <a:gd name="connsiteY1011" fmla="*/ 5301987 h 6858001"/>
              <a:gd name="connsiteX1012" fmla="*/ 9271070 w 12176663"/>
              <a:gd name="connsiteY1012" fmla="*/ 5308029 h 6858001"/>
              <a:gd name="connsiteX1013" fmla="*/ 9269972 w 12176663"/>
              <a:gd name="connsiteY1013" fmla="*/ 5320535 h 6858001"/>
              <a:gd name="connsiteX1014" fmla="*/ 9254644 w 12176663"/>
              <a:gd name="connsiteY1014" fmla="*/ 5316905 h 6858001"/>
              <a:gd name="connsiteX1015" fmla="*/ 9215657 w 12176663"/>
              <a:gd name="connsiteY1015" fmla="*/ 5326351 h 6858001"/>
              <a:gd name="connsiteX1016" fmla="*/ 9074468 w 12176663"/>
              <a:gd name="connsiteY1016" fmla="*/ 5365453 h 6858001"/>
              <a:gd name="connsiteX1017" fmla="*/ 9163290 w 12176663"/>
              <a:gd name="connsiteY1017" fmla="*/ 5331694 h 6858001"/>
              <a:gd name="connsiteX1018" fmla="*/ 9256840 w 12176663"/>
              <a:gd name="connsiteY1018" fmla="*/ 5291891 h 6858001"/>
              <a:gd name="connsiteX1019" fmla="*/ 9271875 w 12176663"/>
              <a:gd name="connsiteY1019" fmla="*/ 5285799 h 6858001"/>
              <a:gd name="connsiteX1020" fmla="*/ 9303626 w 12176663"/>
              <a:gd name="connsiteY1020" fmla="*/ 5280556 h 6858001"/>
              <a:gd name="connsiteX1021" fmla="*/ 9312544 w 12176663"/>
              <a:gd name="connsiteY1021" fmla="*/ 5283291 h 6858001"/>
              <a:gd name="connsiteX1022" fmla="*/ 9302528 w 12176663"/>
              <a:gd name="connsiteY1022" fmla="*/ 5293062 h 6858001"/>
              <a:gd name="connsiteX1023" fmla="*/ 9309498 w 12176663"/>
              <a:gd name="connsiteY1023" fmla="*/ 5296271 h 6858001"/>
              <a:gd name="connsiteX1024" fmla="*/ 9390521 w 12176663"/>
              <a:gd name="connsiteY1024" fmla="*/ 5264399 h 6858001"/>
              <a:gd name="connsiteX1025" fmla="*/ 9360719 w 12176663"/>
              <a:gd name="connsiteY1025" fmla="*/ 5269171 h 6858001"/>
              <a:gd name="connsiteX1026" fmla="*/ 9342883 w 12176663"/>
              <a:gd name="connsiteY1026" fmla="*/ 5263700 h 6858001"/>
              <a:gd name="connsiteX1027" fmla="*/ 9409432 w 12176663"/>
              <a:gd name="connsiteY1027" fmla="*/ 5240232 h 6858001"/>
              <a:gd name="connsiteX1028" fmla="*/ 9450639 w 12176663"/>
              <a:gd name="connsiteY1028" fmla="*/ 5222905 h 6858001"/>
              <a:gd name="connsiteX1029" fmla="*/ 9467354 w 12176663"/>
              <a:gd name="connsiteY1029" fmla="*/ 5223751 h 6858001"/>
              <a:gd name="connsiteX1030" fmla="*/ 9450661 w 12176663"/>
              <a:gd name="connsiteY1030" fmla="*/ 5240036 h 6858001"/>
              <a:gd name="connsiteX1031" fmla="*/ 9459580 w 12176663"/>
              <a:gd name="connsiteY1031" fmla="*/ 5242772 h 6858001"/>
              <a:gd name="connsiteX1032" fmla="*/ 9518331 w 12176663"/>
              <a:gd name="connsiteY1032" fmla="*/ 5221193 h 6858001"/>
              <a:gd name="connsiteX1033" fmla="*/ 9543942 w 12176663"/>
              <a:gd name="connsiteY1033" fmla="*/ 5207644 h 6858001"/>
              <a:gd name="connsiteX1034" fmla="*/ 9622211 w 12176663"/>
              <a:gd name="connsiteY1034" fmla="*/ 5198474 h 6858001"/>
              <a:gd name="connsiteX1035" fmla="*/ 9615534 w 12176663"/>
              <a:gd name="connsiteY1035" fmla="*/ 5204988 h 6858001"/>
              <a:gd name="connsiteX1036" fmla="*/ 9602449 w 12176663"/>
              <a:gd name="connsiteY1036" fmla="*/ 5210607 h 6858001"/>
              <a:gd name="connsiteX1037" fmla="*/ 9648405 w 12176663"/>
              <a:gd name="connsiteY1037" fmla="*/ 5204369 h 6858001"/>
              <a:gd name="connsiteX1038" fmla="*/ 9643947 w 12176663"/>
              <a:gd name="connsiteY1038" fmla="*/ 5203001 h 6858001"/>
              <a:gd name="connsiteX1039" fmla="*/ 9635028 w 12176663"/>
              <a:gd name="connsiteY1039" fmla="*/ 5200265 h 6858001"/>
              <a:gd name="connsiteX1040" fmla="*/ 9644483 w 12176663"/>
              <a:gd name="connsiteY1040" fmla="*/ 5188181 h 6858001"/>
              <a:gd name="connsiteX1041" fmla="*/ 9653962 w 12176663"/>
              <a:gd name="connsiteY1041" fmla="*/ 5193229 h 6858001"/>
              <a:gd name="connsiteX1042" fmla="*/ 9762546 w 12176663"/>
              <a:gd name="connsiteY1042" fmla="*/ 5147336 h 6858001"/>
              <a:gd name="connsiteX1043" fmla="*/ 9772562 w 12176663"/>
              <a:gd name="connsiteY1043" fmla="*/ 5137566 h 6858001"/>
              <a:gd name="connsiteX1044" fmla="*/ 9715468 w 12176663"/>
              <a:gd name="connsiteY1044" fmla="*/ 5148949 h 6858001"/>
              <a:gd name="connsiteX1045" fmla="*/ 9621336 w 12176663"/>
              <a:gd name="connsiteY1045" fmla="*/ 5169308 h 6858001"/>
              <a:gd name="connsiteX1046" fmla="*/ 9596822 w 12176663"/>
              <a:gd name="connsiteY1046" fmla="*/ 5170350 h 6858001"/>
              <a:gd name="connsiteX1047" fmla="*/ 9639978 w 12176663"/>
              <a:gd name="connsiteY1047" fmla="*/ 5152550 h 6858001"/>
              <a:gd name="connsiteX1048" fmla="*/ 9685083 w 12176663"/>
              <a:gd name="connsiteY1048" fmla="*/ 5134277 h 6858001"/>
              <a:gd name="connsiteX1049" fmla="*/ 9678675 w 12176663"/>
              <a:gd name="connsiteY1049" fmla="*/ 5133382 h 6858001"/>
              <a:gd name="connsiteX1050" fmla="*/ 9665858 w 12176663"/>
              <a:gd name="connsiteY1050" fmla="*/ 5131591 h 6858001"/>
              <a:gd name="connsiteX1051" fmla="*/ 9773322 w 12176663"/>
              <a:gd name="connsiteY1051" fmla="*/ 5081072 h 6858001"/>
              <a:gd name="connsiteX1052" fmla="*/ 9927281 w 12176663"/>
              <a:gd name="connsiteY1052" fmla="*/ 5009498 h 6858001"/>
              <a:gd name="connsiteX1053" fmla="*/ 9847915 w 12176663"/>
              <a:gd name="connsiteY1053" fmla="*/ 5031175 h 6858001"/>
              <a:gd name="connsiteX1054" fmla="*/ 9685576 w 12176663"/>
              <a:gd name="connsiteY1054" fmla="*/ 5085194 h 6858001"/>
              <a:gd name="connsiteX1055" fmla="*/ 9680848 w 12176663"/>
              <a:gd name="connsiteY1055" fmla="*/ 5091237 h 6858001"/>
              <a:gd name="connsiteX1056" fmla="*/ 9621536 w 12176663"/>
              <a:gd name="connsiteY1056" fmla="*/ 5110503 h 6858001"/>
              <a:gd name="connsiteX1057" fmla="*/ 9583376 w 12176663"/>
              <a:gd name="connsiteY1057" fmla="*/ 5114852 h 6858001"/>
              <a:gd name="connsiteX1058" fmla="*/ 9612886 w 12176663"/>
              <a:gd name="connsiteY1058" fmla="*/ 5100357 h 6858001"/>
              <a:gd name="connsiteX1059" fmla="*/ 9654921 w 12176663"/>
              <a:gd name="connsiteY1059" fmla="*/ 5077932 h 6858001"/>
              <a:gd name="connsiteX1060" fmla="*/ 9662136 w 12176663"/>
              <a:gd name="connsiteY1060" fmla="*/ 5056598 h 6858001"/>
              <a:gd name="connsiteX1061" fmla="*/ 9644008 w 12176663"/>
              <a:gd name="connsiteY1061" fmla="*/ 5041405 h 6858001"/>
              <a:gd name="connsiteX1062" fmla="*/ 9628681 w 12176663"/>
              <a:gd name="connsiteY1062" fmla="*/ 5037774 h 6858001"/>
              <a:gd name="connsiteX1063" fmla="*/ 9618934 w 12176663"/>
              <a:gd name="connsiteY1063" fmla="*/ 5040135 h 6858001"/>
              <a:gd name="connsiteX1064" fmla="*/ 9623125 w 12176663"/>
              <a:gd name="connsiteY1064" fmla="*/ 5048913 h 6858001"/>
              <a:gd name="connsiteX1065" fmla="*/ 9620346 w 12176663"/>
              <a:gd name="connsiteY1065" fmla="*/ 5054482 h 6858001"/>
              <a:gd name="connsiteX1066" fmla="*/ 9591958 w 12176663"/>
              <a:gd name="connsiteY1066" fmla="*/ 5073601 h 6858001"/>
              <a:gd name="connsiteX1067" fmla="*/ 9602264 w 12176663"/>
              <a:gd name="connsiteY1067" fmla="*/ 5073552 h 6858001"/>
              <a:gd name="connsiteX1068" fmla="*/ 9611742 w 12176663"/>
              <a:gd name="connsiteY1068" fmla="*/ 5078600 h 6858001"/>
              <a:gd name="connsiteX1069" fmla="*/ 9608135 w 12176663"/>
              <a:gd name="connsiteY1069" fmla="*/ 5089266 h 6858001"/>
              <a:gd name="connsiteX1070" fmla="*/ 9578626 w 12176663"/>
              <a:gd name="connsiteY1070" fmla="*/ 5103761 h 6858001"/>
              <a:gd name="connsiteX1071" fmla="*/ 9568318 w 12176663"/>
              <a:gd name="connsiteY1071" fmla="*/ 5103811 h 6858001"/>
              <a:gd name="connsiteX1072" fmla="*/ 9554381 w 12176663"/>
              <a:gd name="connsiteY1072" fmla="*/ 5097394 h 6858001"/>
              <a:gd name="connsiteX1073" fmla="*/ 9535155 w 12176663"/>
              <a:gd name="connsiteY1073" fmla="*/ 5094707 h 6858001"/>
              <a:gd name="connsiteX1074" fmla="*/ 9527626 w 12176663"/>
              <a:gd name="connsiteY1074" fmla="*/ 5089187 h 6858001"/>
              <a:gd name="connsiteX1075" fmla="*/ 9526506 w 12176663"/>
              <a:gd name="connsiteY1075" fmla="*/ 5084562 h 6858001"/>
              <a:gd name="connsiteX1076" fmla="*/ 9509789 w 12176663"/>
              <a:gd name="connsiteY1076" fmla="*/ 5083716 h 6858001"/>
              <a:gd name="connsiteX1077" fmla="*/ 9497824 w 12176663"/>
              <a:gd name="connsiteY1077" fmla="*/ 5093959 h 6858001"/>
              <a:gd name="connsiteX1078" fmla="*/ 9481960 w 12176663"/>
              <a:gd name="connsiteY1078" fmla="*/ 5105147 h 6858001"/>
              <a:gd name="connsiteX1079" fmla="*/ 9463855 w 12176663"/>
              <a:gd name="connsiteY1079" fmla="*/ 5107085 h 6858001"/>
              <a:gd name="connsiteX1080" fmla="*/ 9452988 w 12176663"/>
              <a:gd name="connsiteY1080" fmla="*/ 5104821 h 6858001"/>
              <a:gd name="connsiteX1081" fmla="*/ 9429863 w 12176663"/>
              <a:gd name="connsiteY1081" fmla="*/ 5103079 h 6858001"/>
              <a:gd name="connsiteX1082" fmla="*/ 9420116 w 12176663"/>
              <a:gd name="connsiteY1082" fmla="*/ 5105441 h 6858001"/>
              <a:gd name="connsiteX1083" fmla="*/ 9393116 w 12176663"/>
              <a:gd name="connsiteY1083" fmla="*/ 5121776 h 6858001"/>
              <a:gd name="connsiteX1084" fmla="*/ 9386461 w 12176663"/>
              <a:gd name="connsiteY1084" fmla="*/ 5145422 h 6858001"/>
              <a:gd name="connsiteX1085" fmla="*/ 9391749 w 12176663"/>
              <a:gd name="connsiteY1085" fmla="*/ 5141692 h 6858001"/>
              <a:gd name="connsiteX1086" fmla="*/ 9400376 w 12176663"/>
              <a:gd name="connsiteY1086" fmla="*/ 5134706 h 6858001"/>
              <a:gd name="connsiteX1087" fmla="*/ 9411805 w 12176663"/>
              <a:gd name="connsiteY1087" fmla="*/ 5139281 h 6858001"/>
              <a:gd name="connsiteX1088" fmla="*/ 9417944 w 12176663"/>
              <a:gd name="connsiteY1088" fmla="*/ 5147587 h 6858001"/>
              <a:gd name="connsiteX1089" fmla="*/ 9399010 w 12176663"/>
              <a:gd name="connsiteY1089" fmla="*/ 5154622 h 6858001"/>
              <a:gd name="connsiteX1090" fmla="*/ 9361971 w 12176663"/>
              <a:gd name="connsiteY1090" fmla="*/ 5163596 h 6858001"/>
              <a:gd name="connsiteX1091" fmla="*/ 9362800 w 12176663"/>
              <a:gd name="connsiteY1091" fmla="*/ 5158499 h 6858001"/>
              <a:gd name="connsiteX1092" fmla="*/ 9358295 w 12176663"/>
              <a:gd name="connsiteY1092" fmla="*/ 5122867 h 6858001"/>
              <a:gd name="connsiteX1093" fmla="*/ 9341579 w 12176663"/>
              <a:gd name="connsiteY1093" fmla="*/ 5122021 h 6858001"/>
              <a:gd name="connsiteX1094" fmla="*/ 9366630 w 12176663"/>
              <a:gd name="connsiteY1094" fmla="*/ 5106159 h 6858001"/>
              <a:gd name="connsiteX1095" fmla="*/ 9439004 w 12176663"/>
              <a:gd name="connsiteY1095" fmla="*/ 5064142 h 6858001"/>
              <a:gd name="connsiteX1096" fmla="*/ 9433134 w 12176663"/>
              <a:gd name="connsiteY1096" fmla="*/ 5048428 h 6858001"/>
              <a:gd name="connsiteX1097" fmla="*/ 9422265 w 12176663"/>
              <a:gd name="connsiteY1097" fmla="*/ 5046164 h 6858001"/>
              <a:gd name="connsiteX1098" fmla="*/ 9436180 w 12176663"/>
              <a:gd name="connsiteY1098" fmla="*/ 5035448 h 6858001"/>
              <a:gd name="connsiteX1099" fmla="*/ 9454845 w 12176663"/>
              <a:gd name="connsiteY1099" fmla="*/ 5035822 h 6858001"/>
              <a:gd name="connsiteX1100" fmla="*/ 9465713 w 12176663"/>
              <a:gd name="connsiteY1100" fmla="*/ 5038086 h 6858001"/>
              <a:gd name="connsiteX1101" fmla="*/ 9466811 w 12176663"/>
              <a:gd name="connsiteY1101" fmla="*/ 5025580 h 6858001"/>
              <a:gd name="connsiteX1102" fmla="*/ 9473220 w 12176663"/>
              <a:gd name="connsiteY1102" fmla="*/ 5026475 h 6858001"/>
              <a:gd name="connsiteX1103" fmla="*/ 9581558 w 12176663"/>
              <a:gd name="connsiteY1103" fmla="*/ 5005122 h 6858001"/>
              <a:gd name="connsiteX1104" fmla="*/ 9560944 w 12176663"/>
              <a:gd name="connsiteY1104" fmla="*/ 5005221 h 6858001"/>
              <a:gd name="connsiteX1105" fmla="*/ 9544788 w 12176663"/>
              <a:gd name="connsiteY1105" fmla="*/ 5006688 h 6858001"/>
              <a:gd name="connsiteX1106" fmla="*/ 9530581 w 12176663"/>
              <a:gd name="connsiteY1106" fmla="*/ 5007681 h 6858001"/>
              <a:gd name="connsiteX1107" fmla="*/ 9491571 w 12176663"/>
              <a:gd name="connsiteY1107" fmla="*/ 4999995 h 6858001"/>
              <a:gd name="connsiteX1108" fmla="*/ 9500735 w 12176663"/>
              <a:gd name="connsiteY1108" fmla="*/ 4978189 h 6858001"/>
              <a:gd name="connsiteX1109" fmla="*/ 9518010 w 12176663"/>
              <a:gd name="connsiteY1109" fmla="*/ 4981348 h 6858001"/>
              <a:gd name="connsiteX1110" fmla="*/ 9572594 w 12176663"/>
              <a:gd name="connsiteY1110" fmla="*/ 4968124 h 6858001"/>
              <a:gd name="connsiteX1111" fmla="*/ 9584560 w 12176663"/>
              <a:gd name="connsiteY1111" fmla="*/ 4957880 h 6858001"/>
              <a:gd name="connsiteX1112" fmla="*/ 9593477 w 12176663"/>
              <a:gd name="connsiteY1112" fmla="*/ 4960615 h 6858001"/>
              <a:gd name="connsiteX1113" fmla="*/ 9635267 w 12176663"/>
              <a:gd name="connsiteY1113" fmla="*/ 4962732 h 6858001"/>
              <a:gd name="connsiteX1114" fmla="*/ 9675376 w 12176663"/>
              <a:gd name="connsiteY1114" fmla="*/ 4957911 h 6858001"/>
              <a:gd name="connsiteX1115" fmla="*/ 9707688 w 12176663"/>
              <a:gd name="connsiteY1115" fmla="*/ 4954980 h 6858001"/>
              <a:gd name="connsiteX1116" fmla="*/ 9736368 w 12176663"/>
              <a:gd name="connsiteY1116" fmla="*/ 4945583 h 6858001"/>
              <a:gd name="connsiteX1117" fmla="*/ 9707979 w 12176663"/>
              <a:gd name="connsiteY1117" fmla="*/ 4964701 h 6858001"/>
              <a:gd name="connsiteX1118" fmla="*/ 9676251 w 12176663"/>
              <a:gd name="connsiteY1118" fmla="*/ 4987077 h 6858001"/>
              <a:gd name="connsiteX1119" fmla="*/ 9688240 w 12176663"/>
              <a:gd name="connsiteY1119" fmla="*/ 4993966 h 6858001"/>
              <a:gd name="connsiteX1120" fmla="*/ 9694379 w 12176663"/>
              <a:gd name="connsiteY1120" fmla="*/ 5002271 h 6858001"/>
              <a:gd name="connsiteX1121" fmla="*/ 9701639 w 12176663"/>
              <a:gd name="connsiteY1121" fmla="*/ 5015201 h 6858001"/>
              <a:gd name="connsiteX1122" fmla="*/ 9687993 w 12176663"/>
              <a:gd name="connsiteY1122" fmla="*/ 5018507 h 6858001"/>
              <a:gd name="connsiteX1123" fmla="*/ 9674661 w 12176663"/>
              <a:gd name="connsiteY1123" fmla="*/ 5048667 h 6858001"/>
              <a:gd name="connsiteX1124" fmla="*/ 9706973 w 12176663"/>
              <a:gd name="connsiteY1124" fmla="*/ 5045736 h 6858001"/>
              <a:gd name="connsiteX1125" fmla="*/ 9726445 w 12176663"/>
              <a:gd name="connsiteY1125" fmla="*/ 5023880 h 6858001"/>
              <a:gd name="connsiteX1126" fmla="*/ 9808320 w 12176663"/>
              <a:gd name="connsiteY1126" fmla="*/ 5004045 h 6858001"/>
              <a:gd name="connsiteX1127" fmla="*/ 9893827 w 12176663"/>
              <a:gd name="connsiteY1127" fmla="*/ 4990673 h 6858001"/>
              <a:gd name="connsiteX1128" fmla="*/ 9918900 w 12176663"/>
              <a:gd name="connsiteY1128" fmla="*/ 4991942 h 6858001"/>
              <a:gd name="connsiteX1129" fmla="*/ 9939514 w 12176663"/>
              <a:gd name="connsiteY1129" fmla="*/ 4991844 h 6858001"/>
              <a:gd name="connsiteX1130" fmla="*/ 9944534 w 12176663"/>
              <a:gd name="connsiteY1130" fmla="*/ 4995525 h 6858001"/>
              <a:gd name="connsiteX1131" fmla="*/ 9972387 w 12176663"/>
              <a:gd name="connsiteY1131" fmla="*/ 4991226 h 6858001"/>
              <a:gd name="connsiteX1132" fmla="*/ 10006647 w 12176663"/>
              <a:gd name="connsiteY1132" fmla="*/ 4987821 h 6858001"/>
              <a:gd name="connsiteX1133" fmla="*/ 10004429 w 12176663"/>
              <a:gd name="connsiteY1133" fmla="*/ 4995703 h 6858001"/>
              <a:gd name="connsiteX1134" fmla="*/ 10006110 w 12176663"/>
              <a:gd name="connsiteY1134" fmla="*/ 5002640 h 6858001"/>
              <a:gd name="connsiteX1135" fmla="*/ 10041490 w 12176663"/>
              <a:gd name="connsiteY1135" fmla="*/ 5003861 h 6858001"/>
              <a:gd name="connsiteX1136" fmla="*/ 10155410 w 12176663"/>
              <a:gd name="connsiteY1136" fmla="*/ 4988503 h 6858001"/>
              <a:gd name="connsiteX1137" fmla="*/ 10259580 w 12176663"/>
              <a:gd name="connsiteY1137" fmla="*/ 4975505 h 6858001"/>
              <a:gd name="connsiteX1138" fmla="*/ 10269596 w 12176663"/>
              <a:gd name="connsiteY1138" fmla="*/ 4965734 h 6858001"/>
              <a:gd name="connsiteX1139" fmla="*/ 10229487 w 12176663"/>
              <a:gd name="connsiteY1139" fmla="*/ 4970554 h 6858001"/>
              <a:gd name="connsiteX1140" fmla="*/ 10199685 w 12176663"/>
              <a:gd name="connsiteY1140" fmla="*/ 4975327 h 6858001"/>
              <a:gd name="connsiteX1141" fmla="*/ 10326959 w 12176663"/>
              <a:gd name="connsiteY1141" fmla="*/ 4946940 h 6858001"/>
              <a:gd name="connsiteX1142" fmla="*/ 10464830 w 12176663"/>
              <a:gd name="connsiteY1142" fmla="*/ 4928227 h 6858001"/>
              <a:gd name="connsiteX1143" fmla="*/ 10499650 w 12176663"/>
              <a:gd name="connsiteY1143" fmla="*/ 4927134 h 6858001"/>
              <a:gd name="connsiteX1144" fmla="*/ 10506619 w 12176663"/>
              <a:gd name="connsiteY1144" fmla="*/ 4930343 h 6858001"/>
              <a:gd name="connsiteX1145" fmla="*/ 10665083 w 12176663"/>
              <a:gd name="connsiteY1145" fmla="*/ 4894398 h 6858001"/>
              <a:gd name="connsiteX1146" fmla="*/ 10687916 w 12176663"/>
              <a:gd name="connsiteY1146" fmla="*/ 4886419 h 6858001"/>
              <a:gd name="connsiteX1147" fmla="*/ 10671200 w 12176663"/>
              <a:gd name="connsiteY1147" fmla="*/ 4885571 h 6858001"/>
              <a:gd name="connsiteX1148" fmla="*/ 10655044 w 12176663"/>
              <a:gd name="connsiteY1148" fmla="*/ 4887038 h 6858001"/>
              <a:gd name="connsiteX1149" fmla="*/ 10646127 w 12176663"/>
              <a:gd name="connsiteY1149" fmla="*/ 4884303 h 6858001"/>
              <a:gd name="connsiteX1150" fmla="*/ 10440853 w 12176663"/>
              <a:gd name="connsiteY1150" fmla="*/ 4914449 h 6858001"/>
              <a:gd name="connsiteX1151" fmla="*/ 10404912 w 12176663"/>
              <a:gd name="connsiteY1151" fmla="*/ 4910916 h 6858001"/>
              <a:gd name="connsiteX1152" fmla="*/ 10341410 w 12176663"/>
              <a:gd name="connsiteY1152" fmla="*/ 4921405 h 6858001"/>
              <a:gd name="connsiteX1153" fmla="*/ 10289604 w 12176663"/>
              <a:gd name="connsiteY1153" fmla="*/ 4929059 h 6858001"/>
              <a:gd name="connsiteX1154" fmla="*/ 10253395 w 12176663"/>
              <a:gd name="connsiteY1154" fmla="*/ 4932935 h 6858001"/>
              <a:gd name="connsiteX1155" fmla="*/ 10197690 w 12176663"/>
              <a:gd name="connsiteY1155" fmla="*/ 4941536 h 6858001"/>
              <a:gd name="connsiteX1156" fmla="*/ 10145324 w 12176663"/>
              <a:gd name="connsiteY1156" fmla="*/ 4946878 h 6858001"/>
              <a:gd name="connsiteX1157" fmla="*/ 10091009 w 12176663"/>
              <a:gd name="connsiteY1157" fmla="*/ 4952693 h 6858001"/>
              <a:gd name="connsiteX1158" fmla="*/ 10049220 w 12176663"/>
              <a:gd name="connsiteY1158" fmla="*/ 4950576 h 6858001"/>
              <a:gd name="connsiteX1159" fmla="*/ 10074831 w 12176663"/>
              <a:gd name="connsiteY1159" fmla="*/ 4937027 h 6858001"/>
              <a:gd name="connsiteX1160" fmla="*/ 10075368 w 12176663"/>
              <a:gd name="connsiteY1160" fmla="*/ 4922208 h 6858001"/>
              <a:gd name="connsiteX1161" fmla="*/ 10061722 w 12176663"/>
              <a:gd name="connsiteY1161" fmla="*/ 4925514 h 6858001"/>
              <a:gd name="connsiteX1162" fmla="*/ 9957305 w 12176663"/>
              <a:gd name="connsiteY1162" fmla="*/ 4963053 h 6858001"/>
              <a:gd name="connsiteX1163" fmla="*/ 9955624 w 12176663"/>
              <a:gd name="connsiteY1163" fmla="*/ 4956114 h 6858001"/>
              <a:gd name="connsiteX1164" fmla="*/ 9882375 w 12176663"/>
              <a:gd name="connsiteY1164" fmla="*/ 4968965 h 6858001"/>
              <a:gd name="connsiteX1165" fmla="*/ 9850624 w 12176663"/>
              <a:gd name="connsiteY1165" fmla="*/ 4974209 h 6858001"/>
              <a:gd name="connsiteX1166" fmla="*/ 9920781 w 12176663"/>
              <a:gd name="connsiteY1166" fmla="*/ 4940075 h 6858001"/>
              <a:gd name="connsiteX1167" fmla="*/ 10018812 w 12176663"/>
              <a:gd name="connsiteY1167" fmla="*/ 4918772 h 6858001"/>
              <a:gd name="connsiteX1168" fmla="*/ 10022442 w 12176663"/>
              <a:gd name="connsiteY1168" fmla="*/ 4925237 h 6858001"/>
              <a:gd name="connsiteX1169" fmla="*/ 10056971 w 12176663"/>
              <a:gd name="connsiteY1169" fmla="*/ 4914424 h 6858001"/>
              <a:gd name="connsiteX1170" fmla="*/ 10090111 w 12176663"/>
              <a:gd name="connsiteY1170" fmla="*/ 4906395 h 6858001"/>
              <a:gd name="connsiteX1171" fmla="*/ 10095691 w 12176663"/>
              <a:gd name="connsiteY1171" fmla="*/ 4912387 h 6858001"/>
              <a:gd name="connsiteX1172" fmla="*/ 10087625 w 12176663"/>
              <a:gd name="connsiteY1172" fmla="*/ 4921686 h 6858001"/>
              <a:gd name="connsiteX1173" fmla="*/ 10134410 w 12176663"/>
              <a:gd name="connsiteY1173" fmla="*/ 4910351 h 6858001"/>
              <a:gd name="connsiteX1174" fmla="*/ 10231053 w 12176663"/>
              <a:gd name="connsiteY1174" fmla="*/ 4891833 h 6858001"/>
              <a:gd name="connsiteX1175" fmla="*/ 10238023 w 12176663"/>
              <a:gd name="connsiteY1175" fmla="*/ 4895041 h 6858001"/>
              <a:gd name="connsiteX1176" fmla="*/ 10239949 w 12176663"/>
              <a:gd name="connsiteY1176" fmla="*/ 4877437 h 6858001"/>
              <a:gd name="connsiteX1177" fmla="*/ 10244676 w 12176663"/>
              <a:gd name="connsiteY1177" fmla="*/ 4871395 h 6858001"/>
              <a:gd name="connsiteX1178" fmla="*/ 10259174 w 12176663"/>
              <a:gd name="connsiteY1178" fmla="*/ 4880124 h 6858001"/>
              <a:gd name="connsiteX1179" fmla="*/ 10263633 w 12176663"/>
              <a:gd name="connsiteY1179" fmla="*/ 4881492 h 6858001"/>
              <a:gd name="connsiteX1180" fmla="*/ 10273088 w 12176663"/>
              <a:gd name="connsiteY1180" fmla="*/ 4869408 h 6858001"/>
              <a:gd name="connsiteX1181" fmla="*/ 10278109 w 12176663"/>
              <a:gd name="connsiteY1181" fmla="*/ 4873088 h 6858001"/>
              <a:gd name="connsiteX1182" fmla="*/ 10382839 w 12176663"/>
              <a:gd name="connsiteY1182" fmla="*/ 4862404 h 6858001"/>
              <a:gd name="connsiteX1183" fmla="*/ 10410131 w 12176663"/>
              <a:gd name="connsiteY1183" fmla="*/ 4855792 h 6858001"/>
              <a:gd name="connsiteX1184" fmla="*/ 10420438 w 12176663"/>
              <a:gd name="connsiteY1184" fmla="*/ 4855742 h 6858001"/>
              <a:gd name="connsiteX1185" fmla="*/ 10437984 w 12176663"/>
              <a:gd name="connsiteY1185" fmla="*/ 4851491 h 6858001"/>
              <a:gd name="connsiteX1186" fmla="*/ 10458598 w 12176663"/>
              <a:gd name="connsiteY1186" fmla="*/ 4851394 h 6858001"/>
              <a:gd name="connsiteX1187" fmla="*/ 10476703 w 12176663"/>
              <a:gd name="connsiteY1187" fmla="*/ 4849455 h 6858001"/>
              <a:gd name="connsiteX1188" fmla="*/ 10534358 w 12176663"/>
              <a:gd name="connsiteY1188" fmla="*/ 4840383 h 6858001"/>
              <a:gd name="connsiteX1189" fmla="*/ 10695062 w 12176663"/>
              <a:gd name="connsiteY1189" fmla="*/ 4813690 h 6858001"/>
              <a:gd name="connsiteX1190" fmla="*/ 10738240 w 12176663"/>
              <a:gd name="connsiteY1190" fmla="*/ 4813021 h 6858001"/>
              <a:gd name="connsiteX1191" fmla="*/ 10753836 w 12176663"/>
              <a:gd name="connsiteY1191" fmla="*/ 4809242 h 6858001"/>
              <a:gd name="connsiteX1192" fmla="*/ 10741311 w 12176663"/>
              <a:gd name="connsiteY1192" fmla="*/ 4817174 h 6858001"/>
              <a:gd name="connsiteX1193" fmla="*/ 10760537 w 12176663"/>
              <a:gd name="connsiteY1193" fmla="*/ 4819860 h 6858001"/>
              <a:gd name="connsiteX1194" fmla="*/ 10866635 w 12176663"/>
              <a:gd name="connsiteY1194" fmla="*/ 4789260 h 6858001"/>
              <a:gd name="connsiteX1195" fmla="*/ 10852696 w 12176663"/>
              <a:gd name="connsiteY1195" fmla="*/ 4782843 h 6858001"/>
              <a:gd name="connsiteX1196" fmla="*/ 10880817 w 12176663"/>
              <a:gd name="connsiteY1196" fmla="*/ 4771134 h 6858001"/>
              <a:gd name="connsiteX1197" fmla="*/ 10909790 w 12176663"/>
              <a:gd name="connsiteY1197" fmla="*/ 4771460 h 6858001"/>
              <a:gd name="connsiteX1198" fmla="*/ 10905622 w 12176663"/>
              <a:gd name="connsiteY1198" fmla="*/ 4779813 h 6858001"/>
              <a:gd name="connsiteX1199" fmla="*/ 10962155 w 12176663"/>
              <a:gd name="connsiteY1199" fmla="*/ 4766117 h 6858001"/>
              <a:gd name="connsiteX1200" fmla="*/ 11022027 w 12176663"/>
              <a:gd name="connsiteY1200" fmla="*/ 4749163 h 6858001"/>
              <a:gd name="connsiteX1201" fmla="*/ 11136214 w 12176663"/>
              <a:gd name="connsiteY1201" fmla="*/ 4726395 h 6858001"/>
              <a:gd name="connsiteX1202" fmla="*/ 11331180 w 12176663"/>
              <a:gd name="connsiteY1202" fmla="*/ 4696297 h 6858001"/>
              <a:gd name="connsiteX1203" fmla="*/ 11259658 w 12176663"/>
              <a:gd name="connsiteY1203" fmla="*/ 4750348 h 6858001"/>
              <a:gd name="connsiteX1204" fmla="*/ 11247692 w 12176663"/>
              <a:gd name="connsiteY1204" fmla="*/ 4760591 h 6858001"/>
              <a:gd name="connsiteX1205" fmla="*/ 11236847 w 12176663"/>
              <a:gd name="connsiteY1205" fmla="*/ 4775460 h 6858001"/>
              <a:gd name="connsiteX1206" fmla="*/ 11036349 w 12176663"/>
              <a:gd name="connsiteY1206" fmla="*/ 4833828 h 6858001"/>
              <a:gd name="connsiteX1207" fmla="*/ 11029671 w 12176663"/>
              <a:gd name="connsiteY1207" fmla="*/ 4840342 h 6858001"/>
              <a:gd name="connsiteX1208" fmla="*/ 11042488 w 12176663"/>
              <a:gd name="connsiteY1208" fmla="*/ 4842134 h 6858001"/>
              <a:gd name="connsiteX1209" fmla="*/ 10824712 w 12176663"/>
              <a:gd name="connsiteY1209" fmla="*/ 4897344 h 6858001"/>
              <a:gd name="connsiteX1210" fmla="*/ 10650923 w 12176663"/>
              <a:gd name="connsiteY1210" fmla="*/ 4929656 h 6858001"/>
              <a:gd name="connsiteX1211" fmla="*/ 10672099 w 12176663"/>
              <a:gd name="connsiteY1211" fmla="*/ 4931871 h 6858001"/>
              <a:gd name="connsiteX1212" fmla="*/ 10741448 w 12176663"/>
              <a:gd name="connsiteY1212" fmla="*/ 4919965 h 6858001"/>
              <a:gd name="connsiteX1213" fmla="*/ 10795203 w 12176663"/>
              <a:gd name="connsiteY1213" fmla="*/ 4911838 h 6858001"/>
              <a:gd name="connsiteX1214" fmla="*/ 10947281 w 12176663"/>
              <a:gd name="connsiteY1214" fmla="*/ 4892131 h 6858001"/>
              <a:gd name="connsiteX1215" fmla="*/ 11019141 w 12176663"/>
              <a:gd name="connsiteY1215" fmla="*/ 4882065 h 6858001"/>
              <a:gd name="connsiteX1216" fmla="*/ 11053962 w 12176663"/>
              <a:gd name="connsiteY1216" fmla="*/ 4880972 h 6858001"/>
              <a:gd name="connsiteX1217" fmla="*/ 10985463 w 12176663"/>
              <a:gd name="connsiteY1217" fmla="*/ 4904913 h 6858001"/>
              <a:gd name="connsiteX1218" fmla="*/ 10625381 w 12176663"/>
              <a:gd name="connsiteY1218" fmla="*/ 4994601 h 6858001"/>
              <a:gd name="connsiteX1219" fmla="*/ 10527617 w 12176663"/>
              <a:gd name="connsiteY1219" fmla="*/ 5008494 h 6858001"/>
              <a:gd name="connsiteX1220" fmla="*/ 10486388 w 12176663"/>
              <a:gd name="connsiteY1220" fmla="*/ 5008690 h 6858001"/>
              <a:gd name="connsiteX1221" fmla="*/ 10438481 w 12176663"/>
              <a:gd name="connsiteY1221" fmla="*/ 5015401 h 6858001"/>
              <a:gd name="connsiteX1222" fmla="*/ 10343789 w 12176663"/>
              <a:gd name="connsiteY1222" fmla="*/ 5033445 h 6858001"/>
              <a:gd name="connsiteX1223" fmla="*/ 10277217 w 12176663"/>
              <a:gd name="connsiteY1223" fmla="*/ 5039781 h 6858001"/>
              <a:gd name="connsiteX1224" fmla="*/ 10264668 w 12176663"/>
              <a:gd name="connsiteY1224" fmla="*/ 5030580 h 6858001"/>
              <a:gd name="connsiteX1225" fmla="*/ 10257968 w 12176663"/>
              <a:gd name="connsiteY1225" fmla="*/ 5019962 h 6858001"/>
              <a:gd name="connsiteX1226" fmla="*/ 10254361 w 12176663"/>
              <a:gd name="connsiteY1226" fmla="*/ 5030630 h 6858001"/>
              <a:gd name="connsiteX1227" fmla="*/ 10235987 w 12176663"/>
              <a:gd name="connsiteY1227" fmla="*/ 5039978 h 6858001"/>
              <a:gd name="connsiteX1228" fmla="*/ 10211473 w 12176663"/>
              <a:gd name="connsiteY1228" fmla="*/ 5041020 h 6858001"/>
              <a:gd name="connsiteX1229" fmla="*/ 10186131 w 12176663"/>
              <a:gd name="connsiteY1229" fmla="*/ 5047160 h 6858001"/>
              <a:gd name="connsiteX1230" fmla="*/ 10177481 w 12176663"/>
              <a:gd name="connsiteY1230" fmla="*/ 5037015 h 6858001"/>
              <a:gd name="connsiteX1231" fmla="*/ 10178310 w 12176663"/>
              <a:gd name="connsiteY1231" fmla="*/ 5031917 h 6858001"/>
              <a:gd name="connsiteX1232" fmla="*/ 10165785 w 12176663"/>
              <a:gd name="connsiteY1232" fmla="*/ 5039848 h 6858001"/>
              <a:gd name="connsiteX1233" fmla="*/ 10102284 w 12176663"/>
              <a:gd name="connsiteY1233" fmla="*/ 5050338 h 6858001"/>
              <a:gd name="connsiteX1234" fmla="*/ 10056326 w 12176663"/>
              <a:gd name="connsiteY1234" fmla="*/ 5056575 h 6858001"/>
              <a:gd name="connsiteX1235" fmla="*/ 9966092 w 12176663"/>
              <a:gd name="connsiteY1235" fmla="*/ 5075988 h 6858001"/>
              <a:gd name="connsiteX1236" fmla="*/ 9896742 w 12176663"/>
              <a:gd name="connsiteY1236" fmla="*/ 5087894 h 6858001"/>
              <a:gd name="connsiteX1237" fmla="*/ 9882536 w 12176663"/>
              <a:gd name="connsiteY1237" fmla="*/ 5088888 h 6858001"/>
              <a:gd name="connsiteX1238" fmla="*/ 9857462 w 12176663"/>
              <a:gd name="connsiteY1238" fmla="*/ 5087617 h 6858001"/>
              <a:gd name="connsiteX1239" fmla="*/ 9836019 w 12176663"/>
              <a:gd name="connsiteY1239" fmla="*/ 5092813 h 6858001"/>
              <a:gd name="connsiteX1240" fmla="*/ 9853294 w 12176663"/>
              <a:gd name="connsiteY1240" fmla="*/ 5095973 h 6858001"/>
              <a:gd name="connsiteX1241" fmla="*/ 9866672 w 12176663"/>
              <a:gd name="connsiteY1241" fmla="*/ 5100075 h 6858001"/>
              <a:gd name="connsiteX1242" fmla="*/ 9872811 w 12176663"/>
              <a:gd name="connsiteY1242" fmla="*/ 5108381 h 6858001"/>
              <a:gd name="connsiteX1243" fmla="*/ 9902053 w 12176663"/>
              <a:gd name="connsiteY1243" fmla="*/ 5101297 h 6858001"/>
              <a:gd name="connsiteX1244" fmla="*/ 9939092 w 12176663"/>
              <a:gd name="connsiteY1244" fmla="*/ 5092323 h 6858001"/>
              <a:gd name="connsiteX1245" fmla="*/ 9985050 w 12176663"/>
              <a:gd name="connsiteY1245" fmla="*/ 5086085 h 6858001"/>
              <a:gd name="connsiteX1246" fmla="*/ 10001765 w 12176663"/>
              <a:gd name="connsiteY1246" fmla="*/ 5086931 h 6858001"/>
              <a:gd name="connsiteX1247" fmla="*/ 10037146 w 12176663"/>
              <a:gd name="connsiteY1247" fmla="*/ 5088152 h 6858001"/>
              <a:gd name="connsiteX1248" fmla="*/ 10125431 w 12176663"/>
              <a:gd name="connsiteY1248" fmla="*/ 5069211 h 6858001"/>
              <a:gd name="connsiteX1249" fmla="*/ 10225703 w 12176663"/>
              <a:gd name="connsiteY1249" fmla="*/ 5057158 h 6858001"/>
              <a:gd name="connsiteX1250" fmla="*/ 10255237 w 12176663"/>
              <a:gd name="connsiteY1250" fmla="*/ 5059797 h 6858001"/>
              <a:gd name="connsiteX1251" fmla="*/ 10264984 w 12176663"/>
              <a:gd name="connsiteY1251" fmla="*/ 5057435 h 6858001"/>
              <a:gd name="connsiteX1252" fmla="*/ 10285038 w 12176663"/>
              <a:gd name="connsiteY1252" fmla="*/ 5055023 h 6858001"/>
              <a:gd name="connsiteX1253" fmla="*/ 10295905 w 12176663"/>
              <a:gd name="connsiteY1253" fmla="*/ 5057288 h 6858001"/>
              <a:gd name="connsiteX1254" fmla="*/ 10384749 w 12176663"/>
              <a:gd name="connsiteY1254" fmla="*/ 5040659 h 6858001"/>
              <a:gd name="connsiteX1255" fmla="*/ 10445742 w 12176663"/>
              <a:gd name="connsiteY1255" fmla="*/ 5028331 h 6858001"/>
              <a:gd name="connsiteX1256" fmla="*/ 10473595 w 12176663"/>
              <a:gd name="connsiteY1256" fmla="*/ 5024030 h 6858001"/>
              <a:gd name="connsiteX1257" fmla="*/ 10566068 w 12176663"/>
              <a:gd name="connsiteY1257" fmla="*/ 5013866 h 6858001"/>
              <a:gd name="connsiteX1258" fmla="*/ 10833992 w 12176663"/>
              <a:gd name="connsiteY1258" fmla="*/ 4961196 h 6858001"/>
              <a:gd name="connsiteX1259" fmla="*/ 11041168 w 12176663"/>
              <a:gd name="connsiteY1259" fmla="*/ 4896314 h 6858001"/>
              <a:gd name="connsiteX1260" fmla="*/ 11331363 w 12176663"/>
              <a:gd name="connsiteY1260" fmla="*/ 4833350 h 6858001"/>
              <a:gd name="connsiteX1261" fmla="*/ 11297685 w 12176663"/>
              <a:gd name="connsiteY1261" fmla="*/ 4856200 h 6858001"/>
              <a:gd name="connsiteX1262" fmla="*/ 11120625 w 12176663"/>
              <a:gd name="connsiteY1262" fmla="*/ 4943164 h 6858001"/>
              <a:gd name="connsiteX1263" fmla="*/ 10808180 w 12176663"/>
              <a:gd name="connsiteY1263" fmla="*/ 5033551 h 6858001"/>
              <a:gd name="connsiteX1264" fmla="*/ 10756375 w 12176663"/>
              <a:gd name="connsiteY1264" fmla="*/ 5041207 h 6858001"/>
              <a:gd name="connsiteX1265" fmla="*/ 10722114 w 12176663"/>
              <a:gd name="connsiteY1265" fmla="*/ 5044611 h 6858001"/>
              <a:gd name="connsiteX1266" fmla="*/ 10702060 w 12176663"/>
              <a:gd name="connsiteY1266" fmla="*/ 5047022 h 6858001"/>
              <a:gd name="connsiteX1267" fmla="*/ 10636339 w 12176663"/>
              <a:gd name="connsiteY1267" fmla="*/ 5065391 h 6858001"/>
              <a:gd name="connsiteX1268" fmla="*/ 10553344 w 12176663"/>
              <a:gd name="connsiteY1268" fmla="*/ 5080603 h 6858001"/>
              <a:gd name="connsiteX1269" fmla="*/ 10524371 w 12176663"/>
              <a:gd name="connsiteY1269" fmla="*/ 5080278 h 6858001"/>
              <a:gd name="connsiteX1270" fmla="*/ 10496519 w 12176663"/>
              <a:gd name="connsiteY1270" fmla="*/ 5084578 h 6858001"/>
              <a:gd name="connsiteX1271" fmla="*/ 10477561 w 12176663"/>
              <a:gd name="connsiteY1271" fmla="*/ 5074481 h 6858001"/>
              <a:gd name="connsiteX1272" fmla="*/ 10437184 w 12176663"/>
              <a:gd name="connsiteY1272" fmla="*/ 5086712 h 6858001"/>
              <a:gd name="connsiteX1273" fmla="*/ 10373682 w 12176663"/>
              <a:gd name="connsiteY1273" fmla="*/ 5097201 h 6858001"/>
              <a:gd name="connsiteX1274" fmla="*/ 10342199 w 12176663"/>
              <a:gd name="connsiteY1274" fmla="*/ 5095035 h 6858001"/>
              <a:gd name="connsiteX1275" fmla="*/ 10297631 w 12176663"/>
              <a:gd name="connsiteY1275" fmla="*/ 5098488 h 6858001"/>
              <a:gd name="connsiteX1276" fmla="*/ 10244997 w 12176663"/>
              <a:gd name="connsiteY1276" fmla="*/ 5111241 h 6858001"/>
              <a:gd name="connsiteX1277" fmla="*/ 10217145 w 12176663"/>
              <a:gd name="connsiteY1277" fmla="*/ 5115540 h 6858001"/>
              <a:gd name="connsiteX1278" fmla="*/ 10191242 w 12176663"/>
              <a:gd name="connsiteY1278" fmla="*/ 5119368 h 6858001"/>
              <a:gd name="connsiteX1279" fmla="*/ 10083464 w 12176663"/>
              <a:gd name="connsiteY1279" fmla="*/ 5143032 h 6858001"/>
              <a:gd name="connsiteX1280" fmla="*/ 10060631 w 12176663"/>
              <a:gd name="connsiteY1280" fmla="*/ 5151012 h 6858001"/>
              <a:gd name="connsiteX1281" fmla="*/ 10041428 w 12176663"/>
              <a:gd name="connsiteY1281" fmla="*/ 5165457 h 6858001"/>
              <a:gd name="connsiteX1282" fmla="*/ 10022495 w 12176663"/>
              <a:gd name="connsiteY1282" fmla="*/ 5172493 h 6858001"/>
              <a:gd name="connsiteX1283" fmla="*/ 10045619 w 12176663"/>
              <a:gd name="connsiteY1283" fmla="*/ 5174235 h 6858001"/>
              <a:gd name="connsiteX1284" fmla="*/ 10108560 w 12176663"/>
              <a:gd name="connsiteY1284" fmla="*/ 5161433 h 6858001"/>
              <a:gd name="connsiteX1285" fmla="*/ 10148110 w 12176663"/>
              <a:gd name="connsiteY1285" fmla="*/ 5154299 h 6858001"/>
              <a:gd name="connsiteX1286" fmla="*/ 10214973 w 12176663"/>
              <a:gd name="connsiteY1286" fmla="*/ 5157686 h 6858001"/>
              <a:gd name="connsiteX1287" fmla="*/ 10217191 w 12176663"/>
              <a:gd name="connsiteY1287" fmla="*/ 5149804 h 6858001"/>
              <a:gd name="connsiteX1288" fmla="*/ 10243362 w 12176663"/>
              <a:gd name="connsiteY1288" fmla="*/ 5138566 h 6858001"/>
              <a:gd name="connsiteX1289" fmla="*/ 10245603 w 12176663"/>
              <a:gd name="connsiteY1289" fmla="*/ 5147817 h 6858001"/>
              <a:gd name="connsiteX1290" fmla="*/ 10262879 w 12176663"/>
              <a:gd name="connsiteY1290" fmla="*/ 5150976 h 6858001"/>
              <a:gd name="connsiteX1291" fmla="*/ 10289903 w 12176663"/>
              <a:gd name="connsiteY1291" fmla="*/ 5151773 h 6858001"/>
              <a:gd name="connsiteX1292" fmla="*/ 10168209 w 12176663"/>
              <a:gd name="connsiteY1292" fmla="*/ 5186153 h 6858001"/>
              <a:gd name="connsiteX1293" fmla="*/ 9966298 w 12176663"/>
              <a:gd name="connsiteY1293" fmla="*/ 5230175 h 6858001"/>
              <a:gd name="connsiteX1294" fmla="*/ 9992493 w 12176663"/>
              <a:gd name="connsiteY1294" fmla="*/ 5236070 h 6858001"/>
              <a:gd name="connsiteX1295" fmla="*/ 10095812 w 12176663"/>
              <a:gd name="connsiteY1295" fmla="*/ 5211038 h 6858001"/>
              <a:gd name="connsiteX1296" fmla="*/ 10176299 w 12176663"/>
              <a:gd name="connsiteY1296" fmla="*/ 5193986 h 6858001"/>
              <a:gd name="connsiteX1297" fmla="*/ 10213361 w 12176663"/>
              <a:gd name="connsiteY1297" fmla="*/ 5202144 h 6858001"/>
              <a:gd name="connsiteX1298" fmla="*/ 10227298 w 12176663"/>
              <a:gd name="connsiteY1298" fmla="*/ 5208560 h 6858001"/>
              <a:gd name="connsiteX1299" fmla="*/ 10265726 w 12176663"/>
              <a:gd name="connsiteY1299" fmla="*/ 5196801 h 6858001"/>
              <a:gd name="connsiteX1300" fmla="*/ 10304715 w 12176663"/>
              <a:gd name="connsiteY1300" fmla="*/ 5187356 h 6858001"/>
              <a:gd name="connsiteX1301" fmla="*/ 10297746 w 12176663"/>
              <a:gd name="connsiteY1301" fmla="*/ 5184147 h 6858001"/>
              <a:gd name="connsiteX1302" fmla="*/ 10262925 w 12176663"/>
              <a:gd name="connsiteY1302" fmla="*/ 5185239 h 6858001"/>
              <a:gd name="connsiteX1303" fmla="*/ 10239801 w 12176663"/>
              <a:gd name="connsiteY1303" fmla="*/ 5183497 h 6858001"/>
              <a:gd name="connsiteX1304" fmla="*/ 10267653 w 12176663"/>
              <a:gd name="connsiteY1304" fmla="*/ 5179197 h 6858001"/>
              <a:gd name="connsiteX1305" fmla="*/ 10332521 w 12176663"/>
              <a:gd name="connsiteY1305" fmla="*/ 5148792 h 6858001"/>
              <a:gd name="connsiteX1306" fmla="*/ 10331961 w 12176663"/>
              <a:gd name="connsiteY1306" fmla="*/ 5146479 h 6858001"/>
              <a:gd name="connsiteX1307" fmla="*/ 10343389 w 12176663"/>
              <a:gd name="connsiteY1307" fmla="*/ 5151056 h 6858001"/>
              <a:gd name="connsiteX1308" fmla="*/ 10460377 w 12176663"/>
              <a:gd name="connsiteY1308" fmla="*/ 5139850 h 6858001"/>
              <a:gd name="connsiteX1309" fmla="*/ 10568716 w 12176663"/>
              <a:gd name="connsiteY1309" fmla="*/ 5118498 h 6858001"/>
              <a:gd name="connsiteX1310" fmla="*/ 10590159 w 12176663"/>
              <a:gd name="connsiteY1310" fmla="*/ 5113303 h 6858001"/>
              <a:gd name="connsiteX1311" fmla="*/ 10607704 w 12176663"/>
              <a:gd name="connsiteY1311" fmla="*/ 5109052 h 6858001"/>
              <a:gd name="connsiteX1312" fmla="*/ 10590451 w 12176663"/>
              <a:gd name="connsiteY1312" fmla="*/ 5123024 h 6858001"/>
              <a:gd name="connsiteX1313" fmla="*/ 10587404 w 12176663"/>
              <a:gd name="connsiteY1313" fmla="*/ 5136005 h 6858001"/>
              <a:gd name="connsiteX1314" fmla="*/ 10601880 w 12176663"/>
              <a:gd name="connsiteY1314" fmla="*/ 5127601 h 6858001"/>
              <a:gd name="connsiteX1315" fmla="*/ 10708245 w 12176663"/>
              <a:gd name="connsiteY1315" fmla="*/ 5089589 h 6858001"/>
              <a:gd name="connsiteX1316" fmla="*/ 10824113 w 12176663"/>
              <a:gd name="connsiteY1316" fmla="*/ 5073759 h 6858001"/>
              <a:gd name="connsiteX1317" fmla="*/ 10805762 w 12176663"/>
              <a:gd name="connsiteY1317" fmla="*/ 5100239 h 6858001"/>
              <a:gd name="connsiteX1318" fmla="*/ 10793797 w 12176663"/>
              <a:gd name="connsiteY1318" fmla="*/ 5110482 h 6858001"/>
              <a:gd name="connsiteX1319" fmla="*/ 10776544 w 12176663"/>
              <a:gd name="connsiteY1319" fmla="*/ 5124454 h 6858001"/>
              <a:gd name="connsiteX1320" fmla="*/ 10750664 w 12176663"/>
              <a:gd name="connsiteY1320" fmla="*/ 5145413 h 6858001"/>
              <a:gd name="connsiteX1321" fmla="*/ 10797159 w 12176663"/>
              <a:gd name="connsiteY1321" fmla="*/ 5124356 h 6858001"/>
              <a:gd name="connsiteX1322" fmla="*/ 10813851 w 12176663"/>
              <a:gd name="connsiteY1322" fmla="*/ 5108071 h 6858001"/>
              <a:gd name="connsiteX1323" fmla="*/ 10832226 w 12176663"/>
              <a:gd name="connsiteY1323" fmla="*/ 5098723 h 6858001"/>
              <a:gd name="connsiteX1324" fmla="*/ 10843362 w 12176663"/>
              <a:gd name="connsiteY1324" fmla="*/ 5093577 h 6858001"/>
              <a:gd name="connsiteX1325" fmla="*/ 10840001 w 12176663"/>
              <a:gd name="connsiteY1325" fmla="*/ 5079702 h 6858001"/>
              <a:gd name="connsiteX1326" fmla="*/ 10962253 w 12176663"/>
              <a:gd name="connsiteY1326" fmla="*/ 5047635 h 6858001"/>
              <a:gd name="connsiteX1327" fmla="*/ 11291952 w 12176663"/>
              <a:gd name="connsiteY1327" fmla="*/ 4943275 h 6858001"/>
              <a:gd name="connsiteX1328" fmla="*/ 11417789 w 12176663"/>
              <a:gd name="connsiteY1328" fmla="*/ 4883410 h 6858001"/>
              <a:gd name="connsiteX1329" fmla="*/ 11494062 w 12176663"/>
              <a:gd name="connsiteY1329" fmla="*/ 4840448 h 6858001"/>
              <a:gd name="connsiteX1330" fmla="*/ 11516605 w 12176663"/>
              <a:gd name="connsiteY1330" fmla="*/ 4822747 h 6858001"/>
              <a:gd name="connsiteX1331" fmla="*/ 11468989 w 12176663"/>
              <a:gd name="connsiteY1331" fmla="*/ 4839178 h 6858001"/>
              <a:gd name="connsiteX1332" fmla="*/ 11462580 w 12176663"/>
              <a:gd name="connsiteY1332" fmla="*/ 4838283 h 6858001"/>
              <a:gd name="connsiteX1333" fmla="*/ 11434168 w 12176663"/>
              <a:gd name="connsiteY1333" fmla="*/ 4840270 h 6858001"/>
              <a:gd name="connsiteX1334" fmla="*/ 11363989 w 12176663"/>
              <a:gd name="connsiteY1334" fmla="*/ 4857273 h 6858001"/>
              <a:gd name="connsiteX1335" fmla="*/ 11338938 w 12176663"/>
              <a:gd name="connsiteY1335" fmla="*/ 4873134 h 6858001"/>
              <a:gd name="connsiteX1336" fmla="*/ 11306649 w 12176663"/>
              <a:gd name="connsiteY1336" fmla="*/ 4893198 h 6858001"/>
              <a:gd name="connsiteX1337" fmla="*/ 11295782 w 12176663"/>
              <a:gd name="connsiteY1337" fmla="*/ 4890936 h 6858001"/>
              <a:gd name="connsiteX1338" fmla="*/ 11326950 w 12176663"/>
              <a:gd name="connsiteY1338" fmla="*/ 4866247 h 6858001"/>
              <a:gd name="connsiteX1339" fmla="*/ 11363137 w 12176663"/>
              <a:gd name="connsiteY1339" fmla="*/ 4845238 h 6858001"/>
              <a:gd name="connsiteX1340" fmla="*/ 11401542 w 12176663"/>
              <a:gd name="connsiteY1340" fmla="*/ 4816349 h 6858001"/>
              <a:gd name="connsiteX1341" fmla="*/ 11429663 w 12176663"/>
              <a:gd name="connsiteY1341" fmla="*/ 4804639 h 6858001"/>
              <a:gd name="connsiteX1342" fmla="*/ 11596170 w 12176663"/>
              <a:gd name="connsiteY1342" fmla="*/ 4742265 h 6858001"/>
              <a:gd name="connsiteX1343" fmla="*/ 11583621 w 12176663"/>
              <a:gd name="connsiteY1343" fmla="*/ 4733063 h 6858001"/>
              <a:gd name="connsiteX1344" fmla="*/ 11564956 w 12176663"/>
              <a:gd name="connsiteY1344" fmla="*/ 4732689 h 6858001"/>
              <a:gd name="connsiteX1345" fmla="*/ 11578871 w 12176663"/>
              <a:gd name="connsiteY1345" fmla="*/ 4721974 h 6858001"/>
              <a:gd name="connsiteX1346" fmla="*/ 11615864 w 12176663"/>
              <a:gd name="connsiteY1346" fmla="*/ 4678736 h 6858001"/>
              <a:gd name="connsiteX1347" fmla="*/ 11587183 w 12176663"/>
              <a:gd name="connsiteY1347" fmla="*/ 4688133 h 6858001"/>
              <a:gd name="connsiteX1348" fmla="*/ 11499213 w 12176663"/>
              <a:gd name="connsiteY1348" fmla="*/ 4733928 h 6858001"/>
              <a:gd name="connsiteX1349" fmla="*/ 11495583 w 12176663"/>
              <a:gd name="connsiteY1349" fmla="*/ 4727462 h 6858001"/>
              <a:gd name="connsiteX1350" fmla="*/ 11499750 w 12176663"/>
              <a:gd name="connsiteY1350" fmla="*/ 4719109 h 6858001"/>
              <a:gd name="connsiteX1351" fmla="*/ 11466611 w 12176663"/>
              <a:gd name="connsiteY1351" fmla="*/ 4727138 h 6858001"/>
              <a:gd name="connsiteX1352" fmla="*/ 11425942 w 12176663"/>
              <a:gd name="connsiteY1352" fmla="*/ 4729646 h 6858001"/>
              <a:gd name="connsiteX1353" fmla="*/ 11415633 w 12176663"/>
              <a:gd name="connsiteY1353" fmla="*/ 4729695 h 6858001"/>
              <a:gd name="connsiteX1354" fmla="*/ 11395019 w 12176663"/>
              <a:gd name="connsiteY1354" fmla="*/ 4729793 h 6858001"/>
              <a:gd name="connsiteX1355" fmla="*/ 11358249 w 12176663"/>
              <a:gd name="connsiteY1355" fmla="*/ 4731358 h 6858001"/>
              <a:gd name="connsiteX1356" fmla="*/ 11335394 w 12176663"/>
              <a:gd name="connsiteY1356" fmla="*/ 4722205 h 6858001"/>
              <a:gd name="connsiteX1357" fmla="*/ 11351257 w 12176663"/>
              <a:gd name="connsiteY1357" fmla="*/ 4711017 h 6858001"/>
              <a:gd name="connsiteX1358" fmla="*/ 11456211 w 12176663"/>
              <a:gd name="connsiteY1358" fmla="*/ 4658659 h 6858001"/>
              <a:gd name="connsiteX1359" fmla="*/ 11469297 w 12176663"/>
              <a:gd name="connsiteY1359" fmla="*/ 4653041 h 6858001"/>
              <a:gd name="connsiteX1360" fmla="*/ 11656372 w 12176663"/>
              <a:gd name="connsiteY1360" fmla="*/ 4556306 h 6858001"/>
              <a:gd name="connsiteX1361" fmla="*/ 11701186 w 12176663"/>
              <a:gd name="connsiteY1361" fmla="*/ 4528310 h 6858001"/>
              <a:gd name="connsiteX1362" fmla="*/ 11619603 w 12176663"/>
              <a:gd name="connsiteY1362" fmla="*/ 4557870 h 6858001"/>
              <a:gd name="connsiteX1363" fmla="*/ 11426072 w 12176663"/>
              <a:gd name="connsiteY1363" fmla="*/ 4619445 h 6858001"/>
              <a:gd name="connsiteX1364" fmla="*/ 11391251 w 12176663"/>
              <a:gd name="connsiteY1364" fmla="*/ 4620538 h 6858001"/>
              <a:gd name="connsiteX1365" fmla="*/ 11383162 w 12176663"/>
              <a:gd name="connsiteY1365" fmla="*/ 4612705 h 6858001"/>
              <a:gd name="connsiteX1366" fmla="*/ 11371735 w 12176663"/>
              <a:gd name="connsiteY1366" fmla="*/ 4608129 h 6858001"/>
              <a:gd name="connsiteX1367" fmla="*/ 11325801 w 12176663"/>
              <a:gd name="connsiteY1367" fmla="*/ 4631498 h 6858001"/>
              <a:gd name="connsiteX1368" fmla="*/ 11272628 w 12176663"/>
              <a:gd name="connsiteY1368" fmla="*/ 4659070 h 6858001"/>
              <a:gd name="connsiteX1369" fmla="*/ 11177106 w 12176663"/>
              <a:gd name="connsiteY1369" fmla="*/ 4682213 h 6858001"/>
              <a:gd name="connsiteX1370" fmla="*/ 11097448 w 12176663"/>
              <a:gd name="connsiteY1370" fmla="*/ 4694167 h 6858001"/>
              <a:gd name="connsiteX1371" fmla="*/ 11161219 w 12176663"/>
              <a:gd name="connsiteY1371" fmla="*/ 4676269 h 6858001"/>
              <a:gd name="connsiteX1372" fmla="*/ 11166508 w 12176663"/>
              <a:gd name="connsiteY1372" fmla="*/ 4672539 h 6858001"/>
              <a:gd name="connsiteX1373" fmla="*/ 11145332 w 12176663"/>
              <a:gd name="connsiteY1373" fmla="*/ 4670325 h 6858001"/>
              <a:gd name="connsiteX1374" fmla="*/ 11139753 w 12176663"/>
              <a:gd name="connsiteY1374" fmla="*/ 4664332 h 6858001"/>
              <a:gd name="connsiteX1375" fmla="*/ 11238590 w 12176663"/>
              <a:gd name="connsiteY1375" fmla="*/ 4620801 h 6858001"/>
              <a:gd name="connsiteX1376" fmla="*/ 11313766 w 12176663"/>
              <a:gd name="connsiteY1376" fmla="*/ 4590346 h 6858001"/>
              <a:gd name="connsiteX1377" fmla="*/ 11305676 w 12176663"/>
              <a:gd name="connsiteY1377" fmla="*/ 4582514 h 6858001"/>
              <a:gd name="connsiteX1378" fmla="*/ 11297027 w 12176663"/>
              <a:gd name="connsiteY1378" fmla="*/ 4572368 h 6858001"/>
              <a:gd name="connsiteX1379" fmla="*/ 11282260 w 12176663"/>
              <a:gd name="connsiteY1379" fmla="*/ 4571050 h 6858001"/>
              <a:gd name="connsiteX1380" fmla="*/ 11292276 w 12176663"/>
              <a:gd name="connsiteY1380" fmla="*/ 4561278 h 6858001"/>
              <a:gd name="connsiteX1381" fmla="*/ 11337090 w 12176663"/>
              <a:gd name="connsiteY1381" fmla="*/ 4533284 h 6858001"/>
              <a:gd name="connsiteX1382" fmla="*/ 11369378 w 12176663"/>
              <a:gd name="connsiteY1382" fmla="*/ 4513220 h 6858001"/>
              <a:gd name="connsiteX1383" fmla="*/ 11340406 w 12176663"/>
              <a:gd name="connsiteY1383" fmla="*/ 4512895 h 6858001"/>
              <a:gd name="connsiteX1384" fmla="*/ 11310582 w 12176663"/>
              <a:gd name="connsiteY1384" fmla="*/ 4500535 h 6858001"/>
              <a:gd name="connsiteX1385" fmla="*/ 11291647 w 12176663"/>
              <a:gd name="connsiteY1385" fmla="*/ 4507570 h 6858001"/>
              <a:gd name="connsiteX1386" fmla="*/ 11263818 w 12176663"/>
              <a:gd name="connsiteY1386" fmla="*/ 4529003 h 6858001"/>
              <a:gd name="connsiteX1387" fmla="*/ 11263526 w 12176663"/>
              <a:gd name="connsiteY1387" fmla="*/ 4519280 h 6858001"/>
              <a:gd name="connsiteX1388" fmla="*/ 11272422 w 12176663"/>
              <a:gd name="connsiteY1388" fmla="*/ 4504884 h 6858001"/>
              <a:gd name="connsiteX1389" fmla="*/ 11259896 w 12176663"/>
              <a:gd name="connsiteY1389" fmla="*/ 4512815 h 6858001"/>
              <a:gd name="connsiteX1390" fmla="*/ 11231507 w 12176663"/>
              <a:gd name="connsiteY1390" fmla="*/ 4531934 h 6858001"/>
              <a:gd name="connsiteX1391" fmla="*/ 11222029 w 12176663"/>
              <a:gd name="connsiteY1391" fmla="*/ 4526886 h 6858001"/>
              <a:gd name="connsiteX1392" fmla="*/ 11217838 w 12176663"/>
              <a:gd name="connsiteY1392" fmla="*/ 4518109 h 6858001"/>
              <a:gd name="connsiteX1393" fmla="*/ 11199195 w 12176663"/>
              <a:gd name="connsiteY1393" fmla="*/ 4534866 h 6858001"/>
              <a:gd name="connsiteX1394" fmla="*/ 11177752 w 12176663"/>
              <a:gd name="connsiteY1394" fmla="*/ 4540061 h 6858001"/>
              <a:gd name="connsiteX1395" fmla="*/ 11167152 w 12176663"/>
              <a:gd name="connsiteY1395" fmla="*/ 4530388 h 6858001"/>
              <a:gd name="connsiteX1396" fmla="*/ 11162449 w 12176663"/>
              <a:gd name="connsiteY1396" fmla="*/ 4553562 h 6858001"/>
              <a:gd name="connsiteX1397" fmla="*/ 11152455 w 12176663"/>
              <a:gd name="connsiteY1397" fmla="*/ 4580464 h 6858001"/>
              <a:gd name="connsiteX1398" fmla="*/ 11102084 w 12176663"/>
              <a:gd name="connsiteY1398" fmla="*/ 4619598 h 6858001"/>
              <a:gd name="connsiteX1399" fmla="*/ 11017453 w 12176663"/>
              <a:gd name="connsiteY1399" fmla="*/ 4662136 h 6858001"/>
              <a:gd name="connsiteX1400" fmla="*/ 10977905 w 12176663"/>
              <a:gd name="connsiteY1400" fmla="*/ 4669270 h 6858001"/>
              <a:gd name="connsiteX1401" fmla="*/ 10963138 w 12176663"/>
              <a:gd name="connsiteY1401" fmla="*/ 4667951 h 6858001"/>
              <a:gd name="connsiteX1402" fmla="*/ 10938625 w 12176663"/>
              <a:gd name="connsiteY1402" fmla="*/ 4668993 h 6858001"/>
              <a:gd name="connsiteX1403" fmla="*/ 10909944 w 12176663"/>
              <a:gd name="connsiteY1403" fmla="*/ 4678391 h 6858001"/>
              <a:gd name="connsiteX1404" fmla="*/ 10795488 w 12176663"/>
              <a:gd name="connsiteY1404" fmla="*/ 4708568 h 6858001"/>
              <a:gd name="connsiteX1405" fmla="*/ 10752041 w 12176663"/>
              <a:gd name="connsiteY1405" fmla="*/ 4716647 h 6858001"/>
              <a:gd name="connsiteX1406" fmla="*/ 10607223 w 12176663"/>
              <a:gd name="connsiteY1406" fmla="*/ 4749285 h 6858001"/>
              <a:gd name="connsiteX1407" fmla="*/ 10578810 w 12176663"/>
              <a:gd name="connsiteY1407" fmla="*/ 4751271 h 6858001"/>
              <a:gd name="connsiteX1408" fmla="*/ 10554565 w 12176663"/>
              <a:gd name="connsiteY1408" fmla="*/ 4744905 h 6858001"/>
              <a:gd name="connsiteX1409" fmla="*/ 10546208 w 12176663"/>
              <a:gd name="connsiteY1409" fmla="*/ 4744481 h 6858001"/>
              <a:gd name="connsiteX1410" fmla="*/ 10464063 w 12176663"/>
              <a:gd name="connsiteY1410" fmla="*/ 4771728 h 6858001"/>
              <a:gd name="connsiteX1411" fmla="*/ 10392763 w 12176663"/>
              <a:gd name="connsiteY1411" fmla="*/ 4784105 h 6858001"/>
              <a:gd name="connsiteX1412" fmla="*/ 10335938 w 12176663"/>
              <a:gd name="connsiteY1412" fmla="*/ 4788079 h 6858001"/>
              <a:gd name="connsiteX1413" fmla="*/ 10326460 w 12176663"/>
              <a:gd name="connsiteY1413" fmla="*/ 4783032 h 6858001"/>
              <a:gd name="connsiteX1414" fmla="*/ 10318931 w 12176663"/>
              <a:gd name="connsiteY1414" fmla="*/ 4777511 h 6858001"/>
              <a:gd name="connsiteX1415" fmla="*/ 10319783 w 12176663"/>
              <a:gd name="connsiteY1415" fmla="*/ 4789546 h 6858001"/>
              <a:gd name="connsiteX1416" fmla="*/ 10318954 w 12176663"/>
              <a:gd name="connsiteY1416" fmla="*/ 4794643 h 6858001"/>
              <a:gd name="connsiteX1417" fmla="*/ 10311425 w 12176663"/>
              <a:gd name="connsiteY1417" fmla="*/ 4789123 h 6858001"/>
              <a:gd name="connsiteX1418" fmla="*/ 10280504 w 12176663"/>
              <a:gd name="connsiteY1418" fmla="*/ 4789270 h 6858001"/>
              <a:gd name="connsiteX1419" fmla="*/ 10250410 w 12176663"/>
              <a:gd name="connsiteY1419" fmla="*/ 4784320 h 6858001"/>
              <a:gd name="connsiteX1420" fmla="*/ 10345931 w 12176663"/>
              <a:gd name="connsiteY1420" fmla="*/ 4761177 h 6858001"/>
              <a:gd name="connsiteX1421" fmla="*/ 10463188 w 12176663"/>
              <a:gd name="connsiteY1421" fmla="*/ 4742561 h 6858001"/>
              <a:gd name="connsiteX1422" fmla="*/ 10544795 w 12176663"/>
              <a:gd name="connsiteY1422" fmla="*/ 4730134 h 6858001"/>
              <a:gd name="connsiteX1423" fmla="*/ 10578496 w 12176663"/>
              <a:gd name="connsiteY1423" fmla="*/ 4724418 h 6858001"/>
              <a:gd name="connsiteX1424" fmla="*/ 10679037 w 12176663"/>
              <a:gd name="connsiteY1424" fmla="*/ 4704956 h 6858001"/>
              <a:gd name="connsiteX1425" fmla="*/ 10929929 w 12176663"/>
              <a:gd name="connsiteY1425" fmla="*/ 4624584 h 6858001"/>
              <a:gd name="connsiteX1426" fmla="*/ 11171029 w 12176663"/>
              <a:gd name="connsiteY1426" fmla="*/ 4512312 h 6858001"/>
              <a:gd name="connsiteX1427" fmla="*/ 11108110 w 12176663"/>
              <a:gd name="connsiteY1427" fmla="*/ 4542245 h 6858001"/>
              <a:gd name="connsiteX1428" fmla="*/ 11093343 w 12176663"/>
              <a:gd name="connsiteY1428" fmla="*/ 4540925 h 6858001"/>
              <a:gd name="connsiteX1429" fmla="*/ 11084986 w 12176663"/>
              <a:gd name="connsiteY1429" fmla="*/ 4540502 h 6858001"/>
              <a:gd name="connsiteX1430" fmla="*/ 11012320 w 12176663"/>
              <a:gd name="connsiteY1430" fmla="*/ 4572797 h 6858001"/>
              <a:gd name="connsiteX1431" fmla="*/ 10975011 w 12176663"/>
              <a:gd name="connsiteY1431" fmla="*/ 4589180 h 6858001"/>
              <a:gd name="connsiteX1432" fmla="*/ 10865038 w 12176663"/>
              <a:gd name="connsiteY1432" fmla="*/ 4637858 h 6858001"/>
              <a:gd name="connsiteX1433" fmla="*/ 10665368 w 12176663"/>
              <a:gd name="connsiteY1433" fmla="*/ 4691129 h 6858001"/>
              <a:gd name="connsiteX1434" fmla="*/ 10560928 w 12176663"/>
              <a:gd name="connsiteY1434" fmla="*/ 4711536 h 6858001"/>
              <a:gd name="connsiteX1435" fmla="*/ 10473742 w 12176663"/>
              <a:gd name="connsiteY1435" fmla="*/ 4717970 h 6858001"/>
              <a:gd name="connsiteX1436" fmla="*/ 10470111 w 12176663"/>
              <a:gd name="connsiteY1436" fmla="*/ 4711505 h 6858001"/>
              <a:gd name="connsiteX1437" fmla="*/ 10462045 w 12176663"/>
              <a:gd name="connsiteY1437" fmla="*/ 4720804 h 6858001"/>
              <a:gd name="connsiteX1438" fmla="*/ 10409411 w 12176663"/>
              <a:gd name="connsiteY1438" fmla="*/ 4733556 h 6858001"/>
              <a:gd name="connsiteX1439" fmla="*/ 10366792 w 12176663"/>
              <a:gd name="connsiteY1439" fmla="*/ 4736537 h 6858001"/>
              <a:gd name="connsiteX1440" fmla="*/ 10383485 w 12176663"/>
              <a:gd name="connsiteY1440" fmla="*/ 4720252 h 6858001"/>
              <a:gd name="connsiteX1441" fmla="*/ 10438046 w 12176663"/>
              <a:gd name="connsiteY1441" fmla="*/ 4689896 h 6858001"/>
              <a:gd name="connsiteX1442" fmla="*/ 10488731 w 12176663"/>
              <a:gd name="connsiteY1442" fmla="*/ 4677616 h 6858001"/>
              <a:gd name="connsiteX1443" fmla="*/ 10512684 w 12176663"/>
              <a:gd name="connsiteY1443" fmla="*/ 4674261 h 6858001"/>
              <a:gd name="connsiteX1444" fmla="*/ 10546944 w 12176663"/>
              <a:gd name="connsiteY1444" fmla="*/ 4670857 h 6858001"/>
              <a:gd name="connsiteX1445" fmla="*/ 10560591 w 12176663"/>
              <a:gd name="connsiteY1445" fmla="*/ 4667551 h 6858001"/>
              <a:gd name="connsiteX1446" fmla="*/ 10548042 w 12176663"/>
              <a:gd name="connsiteY1446" fmla="*/ 4658350 h 6858001"/>
              <a:gd name="connsiteX1447" fmla="*/ 10493436 w 12176663"/>
              <a:gd name="connsiteY1447" fmla="*/ 4654442 h 6858001"/>
              <a:gd name="connsiteX1448" fmla="*/ 10422159 w 12176663"/>
              <a:gd name="connsiteY1448" fmla="*/ 4683952 h 6858001"/>
              <a:gd name="connsiteX1449" fmla="*/ 10409902 w 12176663"/>
              <a:gd name="connsiteY1449" fmla="*/ 4684473 h 6858001"/>
              <a:gd name="connsiteX1450" fmla="*/ 10397085 w 12176663"/>
              <a:gd name="connsiteY1450" fmla="*/ 4682682 h 6858001"/>
              <a:gd name="connsiteX1451" fmla="*/ 10386217 w 12176663"/>
              <a:gd name="connsiteY1451" fmla="*/ 4680418 h 6858001"/>
              <a:gd name="connsiteX1452" fmla="*/ 10406517 w 12176663"/>
              <a:gd name="connsiteY1452" fmla="*/ 4653467 h 6858001"/>
              <a:gd name="connsiteX1453" fmla="*/ 10424891 w 12176663"/>
              <a:gd name="connsiteY1453" fmla="*/ 4644118 h 6858001"/>
              <a:gd name="connsiteX1454" fmla="*/ 10463028 w 12176663"/>
              <a:gd name="connsiteY1454" fmla="*/ 4622639 h 6858001"/>
              <a:gd name="connsiteX1455" fmla="*/ 10497020 w 12176663"/>
              <a:gd name="connsiteY1455" fmla="*/ 4626644 h 6858001"/>
              <a:gd name="connsiteX1456" fmla="*/ 10522385 w 12176663"/>
              <a:gd name="connsiteY1456" fmla="*/ 4637636 h 6858001"/>
              <a:gd name="connsiteX1457" fmla="*/ 10521241 w 12176663"/>
              <a:gd name="connsiteY1457" fmla="*/ 4615879 h 6858001"/>
              <a:gd name="connsiteX1458" fmla="*/ 10502822 w 12176663"/>
              <a:gd name="connsiteY1458" fmla="*/ 4590963 h 6858001"/>
              <a:gd name="connsiteX1459" fmla="*/ 10610846 w 12176663"/>
              <a:gd name="connsiteY1459" fmla="*/ 4542758 h 6858001"/>
              <a:gd name="connsiteX1460" fmla="*/ 10664332 w 12176663"/>
              <a:gd name="connsiteY1460" fmla="*/ 4542041 h 6858001"/>
              <a:gd name="connsiteX1461" fmla="*/ 10637332 w 12176663"/>
              <a:gd name="connsiteY1461" fmla="*/ 4558374 h 6858001"/>
              <a:gd name="connsiteX1462" fmla="*/ 10670473 w 12176663"/>
              <a:gd name="connsiteY1462" fmla="*/ 4550346 h 6858001"/>
              <a:gd name="connsiteX1463" fmla="*/ 10714749 w 12176663"/>
              <a:gd name="connsiteY1463" fmla="*/ 4537170 h 6858001"/>
              <a:gd name="connsiteX1464" fmla="*/ 10682193 w 12176663"/>
              <a:gd name="connsiteY1464" fmla="*/ 4564644 h 6858001"/>
              <a:gd name="connsiteX1465" fmla="*/ 10675516 w 12176663"/>
              <a:gd name="connsiteY1465" fmla="*/ 4571158 h 6858001"/>
              <a:gd name="connsiteX1466" fmla="*/ 10628483 w 12176663"/>
              <a:gd name="connsiteY1466" fmla="*/ 4607034 h 6858001"/>
              <a:gd name="connsiteX1467" fmla="*/ 10604821 w 12176663"/>
              <a:gd name="connsiteY1467" fmla="*/ 4620111 h 6858001"/>
              <a:gd name="connsiteX1468" fmla="*/ 10605673 w 12176663"/>
              <a:gd name="connsiteY1468" fmla="*/ 4632146 h 6858001"/>
              <a:gd name="connsiteX1469" fmla="*/ 10610961 w 12176663"/>
              <a:gd name="connsiteY1469" fmla="*/ 4628417 h 6858001"/>
              <a:gd name="connsiteX1470" fmla="*/ 10643810 w 12176663"/>
              <a:gd name="connsiteY1470" fmla="*/ 4610666 h 6858001"/>
              <a:gd name="connsiteX1471" fmla="*/ 10697251 w 12176663"/>
              <a:gd name="connsiteY1471" fmla="*/ 4575684 h 6858001"/>
              <a:gd name="connsiteX1472" fmla="*/ 10761289 w 12176663"/>
              <a:gd name="connsiteY1472" fmla="*/ 4550377 h 6858001"/>
              <a:gd name="connsiteX1473" fmla="*/ 10794162 w 12176663"/>
              <a:gd name="connsiteY1473" fmla="*/ 4549757 h 6858001"/>
              <a:gd name="connsiteX1474" fmla="*/ 10817263 w 12176663"/>
              <a:gd name="connsiteY1474" fmla="*/ 4534368 h 6858001"/>
              <a:gd name="connsiteX1475" fmla="*/ 10786341 w 12176663"/>
              <a:gd name="connsiteY1475" fmla="*/ 4534514 h 6858001"/>
              <a:gd name="connsiteX1476" fmla="*/ 10742602 w 12176663"/>
              <a:gd name="connsiteY1476" fmla="*/ 4532871 h 6858001"/>
              <a:gd name="connsiteX1477" fmla="*/ 10831960 w 12176663"/>
              <a:gd name="connsiteY1477" fmla="*/ 4484290 h 6858001"/>
              <a:gd name="connsiteX1478" fmla="*/ 10852284 w 12176663"/>
              <a:gd name="connsiteY1478" fmla="*/ 4474471 h 6858001"/>
              <a:gd name="connsiteX1479" fmla="*/ 10743116 w 12176663"/>
              <a:gd name="connsiteY1479" fmla="*/ 4500920 h 6858001"/>
              <a:gd name="connsiteX1480" fmla="*/ 10660119 w 12176663"/>
              <a:gd name="connsiteY1480" fmla="*/ 4516131 h 6858001"/>
              <a:gd name="connsiteX1481" fmla="*/ 10906844 w 12176663"/>
              <a:gd name="connsiteY1481" fmla="*/ 4444115 h 6858001"/>
              <a:gd name="connsiteX1482" fmla="*/ 10913544 w 12176663"/>
              <a:gd name="connsiteY1482" fmla="*/ 4454732 h 6858001"/>
              <a:gd name="connsiteX1483" fmla="*/ 10910206 w 12176663"/>
              <a:gd name="connsiteY1483" fmla="*/ 4457990 h 6858001"/>
              <a:gd name="connsiteX1484" fmla="*/ 10919976 w 12176663"/>
              <a:gd name="connsiteY1484" fmla="*/ 4472760 h 6858001"/>
              <a:gd name="connsiteX1485" fmla="*/ 10923874 w 12176663"/>
              <a:gd name="connsiteY1485" fmla="*/ 4471815 h 6858001"/>
              <a:gd name="connsiteX1486" fmla="*/ 11014915 w 12176663"/>
              <a:gd name="connsiteY1486" fmla="*/ 4430173 h 6858001"/>
              <a:gd name="connsiteX1487" fmla="*/ 11095378 w 12176663"/>
              <a:gd name="connsiteY1487" fmla="*/ 4395989 h 6858001"/>
              <a:gd name="connsiteX1488" fmla="*/ 11106783 w 12176663"/>
              <a:gd name="connsiteY1488" fmla="*/ 4383434 h 6858001"/>
              <a:gd name="connsiteX1489" fmla="*/ 11091188 w 12176663"/>
              <a:gd name="connsiteY1489" fmla="*/ 4387211 h 6858001"/>
              <a:gd name="connsiteX1490" fmla="*/ 11078371 w 12176663"/>
              <a:gd name="connsiteY1490" fmla="*/ 4385420 h 6858001"/>
              <a:gd name="connsiteX1491" fmla="*/ 11070842 w 12176663"/>
              <a:gd name="connsiteY1491" fmla="*/ 4379899 h 6858001"/>
              <a:gd name="connsiteX1492" fmla="*/ 11228991 w 12176663"/>
              <a:gd name="connsiteY1492" fmla="*/ 4317102 h 6858001"/>
              <a:gd name="connsiteX1493" fmla="*/ 11409413 w 12176663"/>
              <a:gd name="connsiteY1493" fmla="*/ 4244012 h 6858001"/>
              <a:gd name="connsiteX1494" fmla="*/ 11359287 w 12176663"/>
              <a:gd name="connsiteY1494" fmla="*/ 4258604 h 6858001"/>
              <a:gd name="connsiteX1495" fmla="*/ 11267664 w 12176663"/>
              <a:gd name="connsiteY1495" fmla="*/ 4280802 h 6858001"/>
              <a:gd name="connsiteX1496" fmla="*/ 11238131 w 12176663"/>
              <a:gd name="connsiteY1496" fmla="*/ 4278165 h 6858001"/>
              <a:gd name="connsiteX1497" fmla="*/ 11233941 w 12176663"/>
              <a:gd name="connsiteY1497" fmla="*/ 4269387 h 6858001"/>
              <a:gd name="connsiteX1498" fmla="*/ 11224171 w 12176663"/>
              <a:gd name="connsiteY1498" fmla="*/ 4254617 h 6858001"/>
              <a:gd name="connsiteX1499" fmla="*/ 11195782 w 12176663"/>
              <a:gd name="connsiteY1499" fmla="*/ 4273736 h 6858001"/>
              <a:gd name="connsiteX1500" fmla="*/ 11058807 w 12176663"/>
              <a:gd name="connsiteY1500" fmla="*/ 4338748 h 6858001"/>
              <a:gd name="connsiteX1501" fmla="*/ 10910383 w 12176663"/>
              <a:gd name="connsiteY1501" fmla="*/ 4382052 h 6858001"/>
              <a:gd name="connsiteX1502" fmla="*/ 10872223 w 12176663"/>
              <a:gd name="connsiteY1502" fmla="*/ 4386402 h 6858001"/>
              <a:gd name="connsiteX1503" fmla="*/ 10881118 w 12176663"/>
              <a:gd name="connsiteY1503" fmla="*/ 4372005 h 6858001"/>
              <a:gd name="connsiteX1504" fmla="*/ 10881096 w 12176663"/>
              <a:gd name="connsiteY1504" fmla="*/ 4354874 h 6858001"/>
              <a:gd name="connsiteX1505" fmla="*/ 10873006 w 12176663"/>
              <a:gd name="connsiteY1505" fmla="*/ 4347041 h 6858001"/>
              <a:gd name="connsiteX1506" fmla="*/ 10867427 w 12176663"/>
              <a:gd name="connsiteY1506" fmla="*/ 4341048 h 6858001"/>
              <a:gd name="connsiteX1507" fmla="*/ 10793348 w 12176663"/>
              <a:gd name="connsiteY1507" fmla="*/ 4358995 h 6858001"/>
              <a:gd name="connsiteX1508" fmla="*/ 10738204 w 12176663"/>
              <a:gd name="connsiteY1508" fmla="*/ 4369907 h 6858001"/>
              <a:gd name="connsiteX1509" fmla="*/ 10812775 w 12176663"/>
              <a:gd name="connsiteY1509" fmla="*/ 4302877 h 6858001"/>
              <a:gd name="connsiteX1510" fmla="*/ 10822789 w 12176663"/>
              <a:gd name="connsiteY1510" fmla="*/ 4293105 h 6858001"/>
              <a:gd name="connsiteX1511" fmla="*/ 10835024 w 12176663"/>
              <a:gd name="connsiteY1511" fmla="*/ 4275452 h 6858001"/>
              <a:gd name="connsiteX1512" fmla="*/ 10843359 w 12176663"/>
              <a:gd name="connsiteY1512" fmla="*/ 4258744 h 6858001"/>
              <a:gd name="connsiteX1513" fmla="*/ 10902379 w 12176663"/>
              <a:gd name="connsiteY1513" fmla="*/ 4229755 h 6858001"/>
              <a:gd name="connsiteX1514" fmla="*/ 10922141 w 12176663"/>
              <a:gd name="connsiteY1514" fmla="*/ 4217623 h 6858001"/>
              <a:gd name="connsiteX1515" fmla="*/ 10893729 w 12176663"/>
              <a:gd name="connsiteY1515" fmla="*/ 4219610 h 6858001"/>
              <a:gd name="connsiteX1516" fmla="*/ 10889807 w 12176663"/>
              <a:gd name="connsiteY1516" fmla="*/ 4203422 h 6858001"/>
              <a:gd name="connsiteX1517" fmla="*/ 10899263 w 12176663"/>
              <a:gd name="connsiteY1517" fmla="*/ 4191339 h 6858001"/>
              <a:gd name="connsiteX1518" fmla="*/ 10902311 w 12176663"/>
              <a:gd name="connsiteY1518" fmla="*/ 4178359 h 6858001"/>
              <a:gd name="connsiteX1519" fmla="*/ 10943516 w 12176663"/>
              <a:gd name="connsiteY1519" fmla="*/ 4161032 h 6858001"/>
              <a:gd name="connsiteX1520" fmla="*/ 10969956 w 12176663"/>
              <a:gd name="connsiteY1520" fmla="*/ 4142385 h 6858001"/>
              <a:gd name="connsiteX1521" fmla="*/ 11007264 w 12176663"/>
              <a:gd name="connsiteY1521" fmla="*/ 4126001 h 6858001"/>
              <a:gd name="connsiteX1522" fmla="*/ 11106953 w 12176663"/>
              <a:gd name="connsiteY1522" fmla="*/ 4094505 h 6858001"/>
              <a:gd name="connsiteX1523" fmla="*/ 11157930 w 12176663"/>
              <a:gd name="connsiteY1523" fmla="*/ 4091948 h 6858001"/>
              <a:gd name="connsiteX1524" fmla="*/ 11164898 w 12176663"/>
              <a:gd name="connsiteY1524" fmla="*/ 4095155 h 6858001"/>
              <a:gd name="connsiteX1525" fmla="*/ 11224479 w 12176663"/>
              <a:gd name="connsiteY1525" fmla="*/ 4068480 h 6858001"/>
              <a:gd name="connsiteX1526" fmla="*/ 11257596 w 12176663"/>
              <a:gd name="connsiteY1526" fmla="*/ 4043319 h 6858001"/>
              <a:gd name="connsiteX1527" fmla="*/ 11276800 w 12176663"/>
              <a:gd name="connsiteY1527" fmla="*/ 4028874 h 6858001"/>
              <a:gd name="connsiteX1528" fmla="*/ 11279846 w 12176663"/>
              <a:gd name="connsiteY1528" fmla="*/ 4015894 h 6858001"/>
              <a:gd name="connsiteX1529" fmla="*/ 11288181 w 12176663"/>
              <a:gd name="connsiteY1529" fmla="*/ 3999186 h 6858001"/>
              <a:gd name="connsiteX1530" fmla="*/ 11289301 w 12176663"/>
              <a:gd name="connsiteY1530" fmla="*/ 4003810 h 6858001"/>
              <a:gd name="connsiteX1531" fmla="*/ 11294613 w 12176663"/>
              <a:gd name="connsiteY1531" fmla="*/ 4017213 h 6858001"/>
              <a:gd name="connsiteX1532" fmla="*/ 11310476 w 12176663"/>
              <a:gd name="connsiteY1532" fmla="*/ 4006025 h 6858001"/>
              <a:gd name="connsiteX1533" fmla="*/ 11316885 w 12176663"/>
              <a:gd name="connsiteY1533" fmla="*/ 4006921 h 6858001"/>
              <a:gd name="connsiteX1534" fmla="*/ 11321904 w 12176663"/>
              <a:gd name="connsiteY1534" fmla="*/ 4010601 h 6858001"/>
              <a:gd name="connsiteX1535" fmla="*/ 11332749 w 12176663"/>
              <a:gd name="connsiteY1535" fmla="*/ 3995733 h 6858001"/>
              <a:gd name="connsiteX1536" fmla="*/ 11332995 w 12176663"/>
              <a:gd name="connsiteY1536" fmla="*/ 3971191 h 6858001"/>
              <a:gd name="connsiteX1537" fmla="*/ 11330217 w 12176663"/>
              <a:gd name="connsiteY1537" fmla="*/ 3976761 h 6858001"/>
              <a:gd name="connsiteX1538" fmla="*/ 11326050 w 12176663"/>
              <a:gd name="connsiteY1538" fmla="*/ 3985115 h 6858001"/>
              <a:gd name="connsiteX1539" fmla="*/ 11321298 w 12176663"/>
              <a:gd name="connsiteY1539" fmla="*/ 3974025 h 6858001"/>
              <a:gd name="connsiteX1540" fmla="*/ 11307360 w 12176663"/>
              <a:gd name="connsiteY1540" fmla="*/ 3967609 h 6858001"/>
              <a:gd name="connsiteX1541" fmla="*/ 11301512 w 12176663"/>
              <a:gd name="connsiteY1541" fmla="*/ 3969026 h 6858001"/>
              <a:gd name="connsiteX1542" fmla="*/ 11303171 w 12176663"/>
              <a:gd name="connsiteY1542" fmla="*/ 3958832 h 6858001"/>
              <a:gd name="connsiteX1543" fmla="*/ 11370279 w 12176663"/>
              <a:gd name="connsiteY1543" fmla="*/ 3937676 h 6858001"/>
              <a:gd name="connsiteX1544" fmla="*/ 11382805 w 12176663"/>
              <a:gd name="connsiteY1544" fmla="*/ 3929745 h 6858001"/>
              <a:gd name="connsiteX1545" fmla="*/ 11398108 w 12176663"/>
              <a:gd name="connsiteY1545" fmla="*/ 3916244 h 6858001"/>
              <a:gd name="connsiteX1546" fmla="*/ 11392529 w 12176663"/>
              <a:gd name="connsiteY1546" fmla="*/ 3910252 h 6858001"/>
              <a:gd name="connsiteX1547" fmla="*/ 11375813 w 12176663"/>
              <a:gd name="connsiteY1547" fmla="*/ 3909405 h 6858001"/>
              <a:gd name="connsiteX1548" fmla="*/ 11384440 w 12176663"/>
              <a:gd name="connsiteY1548" fmla="*/ 3902419 h 6858001"/>
              <a:gd name="connsiteX1549" fmla="*/ 11400864 w 12176663"/>
              <a:gd name="connsiteY1549" fmla="*/ 3893543 h 6858001"/>
              <a:gd name="connsiteX1550" fmla="*/ 11399184 w 12176663"/>
              <a:gd name="connsiteY1550" fmla="*/ 3886605 h 6858001"/>
              <a:gd name="connsiteX1551" fmla="*/ 11402791 w 12176663"/>
              <a:gd name="connsiteY1551" fmla="*/ 3875939 h 6858001"/>
              <a:gd name="connsiteX1552" fmla="*/ 11403888 w 12176663"/>
              <a:gd name="connsiteY1552" fmla="*/ 3863432 h 6858001"/>
              <a:gd name="connsiteX1553" fmla="*/ 11388001 w 12176663"/>
              <a:gd name="connsiteY1553" fmla="*/ 3857489 h 6858001"/>
              <a:gd name="connsiteX1554" fmla="*/ 11399699 w 12176663"/>
              <a:gd name="connsiteY1554" fmla="*/ 3854655 h 6858001"/>
              <a:gd name="connsiteX1555" fmla="*/ 11416123 w 12176663"/>
              <a:gd name="connsiteY1555" fmla="*/ 3845779 h 6858001"/>
              <a:gd name="connsiteX1556" fmla="*/ 11460398 w 12176663"/>
              <a:gd name="connsiteY1556" fmla="*/ 3832603 h 6858001"/>
              <a:gd name="connsiteX1557" fmla="*/ 11461788 w 12176663"/>
              <a:gd name="connsiteY1557" fmla="*/ 3829819 h 6858001"/>
              <a:gd name="connsiteX1558" fmla="*/ 11465663 w 12176663"/>
              <a:gd name="connsiteY1558" fmla="*/ 3811743 h 6858001"/>
              <a:gd name="connsiteX1559" fmla="*/ 11469002 w 12176663"/>
              <a:gd name="connsiteY1559" fmla="*/ 3808485 h 6858001"/>
              <a:gd name="connsiteX1560" fmla="*/ 11451727 w 12176663"/>
              <a:gd name="connsiteY1560" fmla="*/ 3805326 h 6858001"/>
              <a:gd name="connsiteX1561" fmla="*/ 11440858 w 12176663"/>
              <a:gd name="connsiteY1561" fmla="*/ 3803063 h 6858001"/>
              <a:gd name="connsiteX1562" fmla="*/ 11474536 w 12176663"/>
              <a:gd name="connsiteY1562" fmla="*/ 3780214 h 6858001"/>
              <a:gd name="connsiteX1563" fmla="*/ 11511283 w 12176663"/>
              <a:gd name="connsiteY1563" fmla="*/ 3761519 h 6858001"/>
              <a:gd name="connsiteX1564" fmla="*/ 11481482 w 12176663"/>
              <a:gd name="connsiteY1564" fmla="*/ 3766291 h 6858001"/>
              <a:gd name="connsiteX1565" fmla="*/ 11457797 w 12176663"/>
              <a:gd name="connsiteY1565" fmla="*/ 3762236 h 6858001"/>
              <a:gd name="connsiteX1566" fmla="*/ 11471151 w 12176663"/>
              <a:gd name="connsiteY1566" fmla="*/ 3749208 h 6858001"/>
              <a:gd name="connsiteX1567" fmla="*/ 11423805 w 12176663"/>
              <a:gd name="connsiteY1567" fmla="*/ 3758231 h 6858001"/>
              <a:gd name="connsiteX1568" fmla="*/ 11407649 w 12176663"/>
              <a:gd name="connsiteY1568" fmla="*/ 3759697 h 6858001"/>
              <a:gd name="connsiteX1569" fmla="*/ 11407359 w 12176663"/>
              <a:gd name="connsiteY1569" fmla="*/ 3749975 h 6858001"/>
              <a:gd name="connsiteX1570" fmla="*/ 11414595 w 12176663"/>
              <a:gd name="connsiteY1570" fmla="*/ 3745773 h 6858001"/>
              <a:gd name="connsiteX1571" fmla="*/ 11439938 w 12176663"/>
              <a:gd name="connsiteY1571" fmla="*/ 3739633 h 6858001"/>
              <a:gd name="connsiteX1572" fmla="*/ 11453853 w 12176663"/>
              <a:gd name="connsiteY1572" fmla="*/ 3728917 h 6858001"/>
              <a:gd name="connsiteX1573" fmla="*/ 11434918 w 12176663"/>
              <a:gd name="connsiteY1573" fmla="*/ 3735952 h 6858001"/>
              <a:gd name="connsiteX1574" fmla="*/ 11448542 w 12176663"/>
              <a:gd name="connsiteY1574" fmla="*/ 3715515 h 6858001"/>
              <a:gd name="connsiteX1575" fmla="*/ 11430682 w 12176663"/>
              <a:gd name="connsiteY1575" fmla="*/ 3692912 h 6858001"/>
              <a:gd name="connsiteX1576" fmla="*/ 11401149 w 12176663"/>
              <a:gd name="connsiteY1576" fmla="*/ 3690274 h 6858001"/>
              <a:gd name="connsiteX1577" fmla="*/ 11426492 w 12176663"/>
              <a:gd name="connsiteY1577" fmla="*/ 3684134 h 6858001"/>
              <a:gd name="connsiteX1578" fmla="*/ 11449593 w 12176663"/>
              <a:gd name="connsiteY1578" fmla="*/ 3668744 h 6858001"/>
              <a:gd name="connsiteX1579" fmla="*/ 11460439 w 12176663"/>
              <a:gd name="connsiteY1579" fmla="*/ 3653876 h 6858001"/>
              <a:gd name="connsiteX1580" fmla="*/ 11492167 w 12176663"/>
              <a:gd name="connsiteY1580" fmla="*/ 3631499 h 6858001"/>
              <a:gd name="connsiteX1581" fmla="*/ 11536980 w 12176663"/>
              <a:gd name="connsiteY1581" fmla="*/ 3603505 h 6858001"/>
              <a:gd name="connsiteX1582" fmla="*/ 11543657 w 12176663"/>
              <a:gd name="connsiteY1582" fmla="*/ 3596991 h 6858001"/>
              <a:gd name="connsiteX1583" fmla="*/ 11532790 w 12176663"/>
              <a:gd name="connsiteY1583" fmla="*/ 3594728 h 6858001"/>
              <a:gd name="connsiteX1584" fmla="*/ 11543074 w 12176663"/>
              <a:gd name="connsiteY1584" fmla="*/ 3577547 h 6858001"/>
              <a:gd name="connsiteX1585" fmla="*/ 11532207 w 12176663"/>
              <a:gd name="connsiteY1585" fmla="*/ 3575284 h 6858001"/>
              <a:gd name="connsiteX1586" fmla="*/ 11516073 w 12176663"/>
              <a:gd name="connsiteY1586" fmla="*/ 3593882 h 6858001"/>
              <a:gd name="connsiteX1587" fmla="*/ 11459832 w 12176663"/>
              <a:gd name="connsiteY1587" fmla="*/ 3617300 h 6858001"/>
              <a:gd name="connsiteX1588" fmla="*/ 11452035 w 12176663"/>
              <a:gd name="connsiteY1588" fmla="*/ 3619189 h 6858001"/>
              <a:gd name="connsiteX1589" fmla="*/ 11420843 w 12176663"/>
              <a:gd name="connsiteY1589" fmla="*/ 3626746 h 6858001"/>
              <a:gd name="connsiteX1590" fmla="*/ 11396867 w 12176663"/>
              <a:gd name="connsiteY1590" fmla="*/ 3612969 h 6858001"/>
              <a:gd name="connsiteX1591" fmla="*/ 11430790 w 12176663"/>
              <a:gd name="connsiteY1591" fmla="*/ 3565580 h 6858001"/>
              <a:gd name="connsiteX1592" fmla="*/ 11433838 w 12176663"/>
              <a:gd name="connsiteY1592" fmla="*/ 3552600 h 6858001"/>
              <a:gd name="connsiteX1593" fmla="*/ 11397919 w 12176663"/>
              <a:gd name="connsiteY1593" fmla="*/ 3566198 h 6858001"/>
              <a:gd name="connsiteX1594" fmla="*/ 11379008 w 12176663"/>
              <a:gd name="connsiteY1594" fmla="*/ 3590366 h 6858001"/>
              <a:gd name="connsiteX1595" fmla="*/ 11385708 w 12176663"/>
              <a:gd name="connsiteY1595" fmla="*/ 3600984 h 6858001"/>
              <a:gd name="connsiteX1596" fmla="*/ 11376813 w 12176663"/>
              <a:gd name="connsiteY1596" fmla="*/ 3615380 h 6858001"/>
              <a:gd name="connsiteX1597" fmla="*/ 11350104 w 12176663"/>
              <a:gd name="connsiteY1597" fmla="*/ 3641436 h 6858001"/>
              <a:gd name="connsiteX1598" fmla="*/ 11297785 w 12176663"/>
              <a:gd name="connsiteY1598" fmla="*/ 3681042 h 6858001"/>
              <a:gd name="connsiteX1599" fmla="*/ 11274952 w 12176663"/>
              <a:gd name="connsiteY1599" fmla="*/ 3689022 h 6858001"/>
              <a:gd name="connsiteX1600" fmla="*/ 11267691 w 12176663"/>
              <a:gd name="connsiteY1600" fmla="*/ 3676092 h 6858001"/>
              <a:gd name="connsiteX1601" fmla="*/ 11259601 w 12176663"/>
              <a:gd name="connsiteY1601" fmla="*/ 3668259 h 6858001"/>
              <a:gd name="connsiteX1602" fmla="*/ 11277123 w 12176663"/>
              <a:gd name="connsiteY1602" fmla="*/ 3646877 h 6858001"/>
              <a:gd name="connsiteX1603" fmla="*/ 11261796 w 12176663"/>
              <a:gd name="connsiteY1603" fmla="*/ 3643246 h 6858001"/>
              <a:gd name="connsiteX1604" fmla="*/ 11238381 w 12176663"/>
              <a:gd name="connsiteY1604" fmla="*/ 3631781 h 6858001"/>
              <a:gd name="connsiteX1605" fmla="*/ 11247836 w 12176663"/>
              <a:gd name="connsiteY1605" fmla="*/ 3619698 h 6858001"/>
              <a:gd name="connsiteX1606" fmla="*/ 11219448 w 12176663"/>
              <a:gd name="connsiteY1606" fmla="*/ 3638817 h 6858001"/>
              <a:gd name="connsiteX1607" fmla="*/ 11197734 w 12176663"/>
              <a:gd name="connsiteY1607" fmla="*/ 3651422 h 6858001"/>
              <a:gd name="connsiteX1608" fmla="*/ 11199953 w 12176663"/>
              <a:gd name="connsiteY1608" fmla="*/ 3643540 h 6858001"/>
              <a:gd name="connsiteX1609" fmla="*/ 11204950 w 12176663"/>
              <a:gd name="connsiteY1609" fmla="*/ 3630088 h 6858001"/>
              <a:gd name="connsiteX1610" fmla="*/ 11220253 w 12176663"/>
              <a:gd name="connsiteY1610" fmla="*/ 3616588 h 6858001"/>
              <a:gd name="connsiteX1611" fmla="*/ 11242795 w 12176663"/>
              <a:gd name="connsiteY1611" fmla="*/ 3598886 h 6858001"/>
              <a:gd name="connsiteX1612" fmla="*/ 11260048 w 12176663"/>
              <a:gd name="connsiteY1612" fmla="*/ 3584912 h 6858001"/>
              <a:gd name="connsiteX1613" fmla="*/ 11268113 w 12176663"/>
              <a:gd name="connsiteY1613" fmla="*/ 3575614 h 6858001"/>
              <a:gd name="connsiteX1614" fmla="*/ 11274230 w 12176663"/>
              <a:gd name="connsiteY1614" fmla="*/ 3566787 h 6858001"/>
              <a:gd name="connsiteX1615" fmla="*/ 11276448 w 12176663"/>
              <a:gd name="connsiteY1615" fmla="*/ 3558905 h 6858001"/>
              <a:gd name="connsiteX1616" fmla="*/ 11262803 w 12176663"/>
              <a:gd name="connsiteY1616" fmla="*/ 3562211 h 6858001"/>
              <a:gd name="connsiteX1617" fmla="*/ 11238872 w 12176663"/>
              <a:gd name="connsiteY1617" fmla="*/ 3582698 h 6858001"/>
              <a:gd name="connsiteX1618" fmla="*/ 11204635 w 12176663"/>
              <a:gd name="connsiteY1618" fmla="*/ 3603234 h 6858001"/>
              <a:gd name="connsiteX1619" fmla="*/ 11196276 w 12176663"/>
              <a:gd name="connsiteY1619" fmla="*/ 3602811 h 6858001"/>
              <a:gd name="connsiteX1620" fmla="*/ 11182070 w 12176663"/>
              <a:gd name="connsiteY1620" fmla="*/ 3603804 h 6858001"/>
              <a:gd name="connsiteX1621" fmla="*/ 11169814 w 12176663"/>
              <a:gd name="connsiteY1621" fmla="*/ 3604326 h 6858001"/>
              <a:gd name="connsiteX1622" fmla="*/ 11167012 w 12176663"/>
              <a:gd name="connsiteY1622" fmla="*/ 3592763 h 6858001"/>
              <a:gd name="connsiteX1623" fmla="*/ 11161970 w 12176663"/>
              <a:gd name="connsiteY1623" fmla="*/ 3571952 h 6858001"/>
              <a:gd name="connsiteX1624" fmla="*/ 11188679 w 12176663"/>
              <a:gd name="connsiteY1624" fmla="*/ 3545895 h 6858001"/>
              <a:gd name="connsiteX1625" fmla="*/ 11207590 w 12176663"/>
              <a:gd name="connsiteY1625" fmla="*/ 3521728 h 6858001"/>
              <a:gd name="connsiteX1626" fmla="*/ 11217314 w 12176663"/>
              <a:gd name="connsiteY1626" fmla="*/ 3502235 h 6858001"/>
              <a:gd name="connsiteX1627" fmla="*/ 11222894 w 12176663"/>
              <a:gd name="connsiteY1627" fmla="*/ 3508227 h 6858001"/>
              <a:gd name="connsiteX1628" fmla="*/ 11226524 w 12176663"/>
              <a:gd name="connsiteY1628" fmla="*/ 3514693 h 6858001"/>
              <a:gd name="connsiteX1629" fmla="*/ 11235419 w 12176663"/>
              <a:gd name="connsiteY1629" fmla="*/ 3500296 h 6858001"/>
              <a:gd name="connsiteX1630" fmla="*/ 11302236 w 12176663"/>
              <a:gd name="connsiteY1630" fmla="*/ 3469419 h 6858001"/>
              <a:gd name="connsiteX1631" fmla="*/ 11427829 w 12176663"/>
              <a:gd name="connsiteY1631" fmla="*/ 3434094 h 6858001"/>
              <a:gd name="connsiteX1632" fmla="*/ 11507463 w 12176663"/>
              <a:gd name="connsiteY1632" fmla="*/ 3405008 h 6858001"/>
              <a:gd name="connsiteX1633" fmla="*/ 11547549 w 12176663"/>
              <a:gd name="connsiteY1633" fmla="*/ 3383055 h 6858001"/>
              <a:gd name="connsiteX1634" fmla="*/ 11562853 w 12176663"/>
              <a:gd name="connsiteY1634" fmla="*/ 3369554 h 6858001"/>
              <a:gd name="connsiteX1635" fmla="*/ 11448129 w 12176663"/>
              <a:gd name="connsiteY1635" fmla="*/ 3407142 h 6858001"/>
              <a:gd name="connsiteX1636" fmla="*/ 11294416 w 12176663"/>
              <a:gd name="connsiteY1636" fmla="*/ 3454176 h 6858001"/>
              <a:gd name="connsiteX1637" fmla="*/ 11322805 w 12176663"/>
              <a:gd name="connsiteY1637" fmla="*/ 3435057 h 6858001"/>
              <a:gd name="connsiteX1638" fmla="*/ 11327803 w 12176663"/>
              <a:gd name="connsiteY1638" fmla="*/ 3421606 h 6858001"/>
              <a:gd name="connsiteX1639" fmla="*/ 11314157 w 12176663"/>
              <a:gd name="connsiteY1639" fmla="*/ 3424912 h 6858001"/>
              <a:gd name="connsiteX1640" fmla="*/ 11220875 w 12176663"/>
              <a:gd name="connsiteY1640" fmla="*/ 3457304 h 6858001"/>
              <a:gd name="connsiteX1641" fmla="*/ 11198311 w 12176663"/>
              <a:gd name="connsiteY1641" fmla="*/ 3457874 h 6858001"/>
              <a:gd name="connsiteX1642" fmla="*/ 11218075 w 12176663"/>
              <a:gd name="connsiteY1642" fmla="*/ 3445742 h 6858001"/>
              <a:gd name="connsiteX1643" fmla="*/ 11239495 w 12176663"/>
              <a:gd name="connsiteY1643" fmla="*/ 3423415 h 6858001"/>
              <a:gd name="connsiteX1644" fmla="*/ 11253409 w 12176663"/>
              <a:gd name="connsiteY1644" fmla="*/ 3412699 h 6858001"/>
              <a:gd name="connsiteX1645" fmla="*/ 11264254 w 12176663"/>
              <a:gd name="connsiteY1645" fmla="*/ 3397831 h 6858001"/>
              <a:gd name="connsiteX1646" fmla="*/ 11293204 w 12176663"/>
              <a:gd name="connsiteY1646" fmla="*/ 3381024 h 6858001"/>
              <a:gd name="connsiteX1647" fmla="*/ 11413216 w 12176663"/>
              <a:gd name="connsiteY1647" fmla="*/ 3339707 h 6858001"/>
              <a:gd name="connsiteX1648" fmla="*/ 11506498 w 12176663"/>
              <a:gd name="connsiteY1648" fmla="*/ 3307314 h 6858001"/>
              <a:gd name="connsiteX1649" fmla="*/ 11500111 w 12176663"/>
              <a:gd name="connsiteY1649" fmla="*/ 3323550 h 6858001"/>
              <a:gd name="connsiteX1650" fmla="*/ 11485659 w 12176663"/>
              <a:gd name="connsiteY1650" fmla="*/ 3349086 h 6858001"/>
              <a:gd name="connsiteX1651" fmla="*/ 11488730 w 12176663"/>
              <a:gd name="connsiteY1651" fmla="*/ 3353239 h 6858001"/>
              <a:gd name="connsiteX1652" fmla="*/ 11509590 w 12176663"/>
              <a:gd name="connsiteY1652" fmla="*/ 3328599 h 6858001"/>
              <a:gd name="connsiteX1653" fmla="*/ 11558840 w 12176663"/>
              <a:gd name="connsiteY1653" fmla="*/ 3284840 h 6858001"/>
              <a:gd name="connsiteX1654" fmla="*/ 11624805 w 12176663"/>
              <a:gd name="connsiteY1654" fmla="*/ 3241928 h 6858001"/>
              <a:gd name="connsiteX1655" fmla="*/ 11562155 w 12176663"/>
              <a:gd name="connsiteY1655" fmla="*/ 3264451 h 6858001"/>
              <a:gd name="connsiteX1656" fmla="*/ 11307948 w 12176663"/>
              <a:gd name="connsiteY1656" fmla="*/ 3365211 h 6858001"/>
              <a:gd name="connsiteX1657" fmla="*/ 11286772 w 12176663"/>
              <a:gd name="connsiteY1657" fmla="*/ 3362997 h 6858001"/>
              <a:gd name="connsiteX1658" fmla="*/ 11270617 w 12176663"/>
              <a:gd name="connsiteY1658" fmla="*/ 3364462 h 6858001"/>
              <a:gd name="connsiteX1659" fmla="*/ 11251683 w 12176663"/>
              <a:gd name="connsiteY1659" fmla="*/ 3371498 h 6858001"/>
              <a:gd name="connsiteX1660" fmla="*/ 11223831 w 12176663"/>
              <a:gd name="connsiteY1660" fmla="*/ 3375798 h 6858001"/>
              <a:gd name="connsiteX1661" fmla="*/ 11169248 w 12176663"/>
              <a:gd name="connsiteY1661" fmla="*/ 3389023 h 6858001"/>
              <a:gd name="connsiteX1662" fmla="*/ 11212403 w 12176663"/>
              <a:gd name="connsiteY1662" fmla="*/ 3371221 h 6858001"/>
              <a:gd name="connsiteX1663" fmla="*/ 11217690 w 12176663"/>
              <a:gd name="connsiteY1663" fmla="*/ 3367493 h 6858001"/>
              <a:gd name="connsiteX1664" fmla="*/ 11217668 w 12176663"/>
              <a:gd name="connsiteY1664" fmla="*/ 3350360 h 6858001"/>
              <a:gd name="connsiteX1665" fmla="*/ 11223247 w 12176663"/>
              <a:gd name="connsiteY1665" fmla="*/ 3356353 h 6858001"/>
              <a:gd name="connsiteX1666" fmla="*/ 11242474 w 12176663"/>
              <a:gd name="connsiteY1666" fmla="*/ 3359040 h 6858001"/>
              <a:gd name="connsiteX1667" fmla="*/ 11252490 w 12176663"/>
              <a:gd name="connsiteY1667" fmla="*/ 3349269 h 6858001"/>
              <a:gd name="connsiteX1668" fmla="*/ 11240792 w 12176663"/>
              <a:gd name="connsiteY1668" fmla="*/ 3352103 h 6858001"/>
              <a:gd name="connsiteX1669" fmla="*/ 11236333 w 12176663"/>
              <a:gd name="connsiteY1669" fmla="*/ 3350735 h 6858001"/>
              <a:gd name="connsiteX1670" fmla="*/ 11267770 w 12176663"/>
              <a:gd name="connsiteY1670" fmla="*/ 3318637 h 6858001"/>
              <a:gd name="connsiteX1671" fmla="*/ 11302276 w 12176663"/>
              <a:gd name="connsiteY1671" fmla="*/ 3290691 h 6858001"/>
              <a:gd name="connsiteX1672" fmla="*/ 11278054 w 12176663"/>
              <a:gd name="connsiteY1672" fmla="*/ 3301456 h 6858001"/>
              <a:gd name="connsiteX1673" fmla="*/ 11250763 w 12176663"/>
              <a:gd name="connsiteY1673" fmla="*/ 3308069 h 6858001"/>
              <a:gd name="connsiteX1674" fmla="*/ 11258828 w 12176663"/>
              <a:gd name="connsiteY1674" fmla="*/ 3298770 h 6858001"/>
              <a:gd name="connsiteX1675" fmla="*/ 11268284 w 12176663"/>
              <a:gd name="connsiteY1675" fmla="*/ 3286686 h 6858001"/>
              <a:gd name="connsiteX1676" fmla="*/ 11289437 w 12176663"/>
              <a:gd name="connsiteY1676" fmla="*/ 3271769 h 6858001"/>
              <a:gd name="connsiteX1677" fmla="*/ 11295821 w 12176663"/>
              <a:gd name="connsiteY1677" fmla="*/ 3255533 h 6858001"/>
              <a:gd name="connsiteX1678" fmla="*/ 11292191 w 12176663"/>
              <a:gd name="connsiteY1678" fmla="*/ 3249067 h 6858001"/>
              <a:gd name="connsiteX1679" fmla="*/ 11294971 w 12176663"/>
              <a:gd name="connsiteY1679" fmla="*/ 3243498 h 6858001"/>
              <a:gd name="connsiteX1680" fmla="*/ 11295507 w 12176663"/>
              <a:gd name="connsiteY1680" fmla="*/ 3228679 h 6858001"/>
              <a:gd name="connsiteX1681" fmla="*/ 11297165 w 12176663"/>
              <a:gd name="connsiteY1681" fmla="*/ 3218483 h 6858001"/>
              <a:gd name="connsiteX1682" fmla="*/ 11293244 w 12176663"/>
              <a:gd name="connsiteY1682" fmla="*/ 3202297 h 6858001"/>
              <a:gd name="connsiteX1683" fmla="*/ 11287664 w 12176663"/>
              <a:gd name="connsiteY1683" fmla="*/ 3196304 h 6858001"/>
              <a:gd name="connsiteX1684" fmla="*/ 11281546 w 12176663"/>
              <a:gd name="connsiteY1684" fmla="*/ 3205130 h 6858001"/>
              <a:gd name="connsiteX1685" fmla="*/ 11276550 w 12176663"/>
              <a:gd name="connsiteY1685" fmla="*/ 3218581 h 6858001"/>
              <a:gd name="connsiteX1686" fmla="*/ 11272091 w 12176663"/>
              <a:gd name="connsiteY1686" fmla="*/ 3217214 h 6858001"/>
              <a:gd name="connsiteX1687" fmla="*/ 11269290 w 12176663"/>
              <a:gd name="connsiteY1687" fmla="*/ 3205651 h 6858001"/>
              <a:gd name="connsiteX1688" fmla="*/ 11268998 w 12176663"/>
              <a:gd name="connsiteY1688" fmla="*/ 3195930 h 6858001"/>
              <a:gd name="connsiteX1689" fmla="*/ 11273166 w 12176663"/>
              <a:gd name="connsiteY1689" fmla="*/ 3187575 h 6858001"/>
              <a:gd name="connsiteX1690" fmla="*/ 11350290 w 12176663"/>
              <a:gd name="connsiteY1690" fmla="*/ 3156649 h 6858001"/>
              <a:gd name="connsiteX1691" fmla="*/ 11434653 w 12176663"/>
              <a:gd name="connsiteY1691" fmla="*/ 3121521 h 6858001"/>
              <a:gd name="connsiteX1692" fmla="*/ 11360575 w 12176663"/>
              <a:gd name="connsiteY1692" fmla="*/ 3139468 h 6858001"/>
              <a:gd name="connsiteX1693" fmla="*/ 11281209 w 12176663"/>
              <a:gd name="connsiteY1693" fmla="*/ 3161144 h 6858001"/>
              <a:gd name="connsiteX1694" fmla="*/ 11307381 w 12176663"/>
              <a:gd name="connsiteY1694" fmla="*/ 3149907 h 6858001"/>
              <a:gd name="connsiteX1695" fmla="*/ 11340789 w 12176663"/>
              <a:gd name="connsiteY1695" fmla="*/ 3134468 h 6858001"/>
              <a:gd name="connsiteX1696" fmla="*/ 11331311 w 12176663"/>
              <a:gd name="connsiteY1696" fmla="*/ 3129420 h 6858001"/>
              <a:gd name="connsiteX1697" fmla="*/ 11318494 w 12176663"/>
              <a:gd name="connsiteY1697" fmla="*/ 3127629 h 6858001"/>
              <a:gd name="connsiteX1698" fmla="*/ 11407293 w 12176663"/>
              <a:gd name="connsiteY1698" fmla="*/ 3076737 h 6858001"/>
              <a:gd name="connsiteX1699" fmla="*/ 11522823 w 12176663"/>
              <a:gd name="connsiteY1699" fmla="*/ 3016921 h 6858001"/>
              <a:gd name="connsiteX1700" fmla="*/ 11559279 w 12176663"/>
              <a:gd name="connsiteY1700" fmla="*/ 2988503 h 6858001"/>
              <a:gd name="connsiteX1701" fmla="*/ 11561765 w 12176663"/>
              <a:gd name="connsiteY1701" fmla="*/ 2973210 h 6858001"/>
              <a:gd name="connsiteX1702" fmla="*/ 11380783 w 12176663"/>
              <a:gd name="connsiteY1702" fmla="*/ 3043988 h 6858001"/>
              <a:gd name="connsiteX1703" fmla="*/ 11342356 w 12176663"/>
              <a:gd name="connsiteY1703" fmla="*/ 3055747 h 6858001"/>
              <a:gd name="connsiteX1704" fmla="*/ 11318402 w 12176663"/>
              <a:gd name="connsiteY1704" fmla="*/ 3059103 h 6858001"/>
              <a:gd name="connsiteX1705" fmla="*/ 11321449 w 12176663"/>
              <a:gd name="connsiteY1705" fmla="*/ 3046123 h 6858001"/>
              <a:gd name="connsiteX1706" fmla="*/ 11355688 w 12176663"/>
              <a:gd name="connsiteY1706" fmla="*/ 3025587 h 6858001"/>
              <a:gd name="connsiteX1707" fmla="*/ 11379080 w 12176663"/>
              <a:gd name="connsiteY1707" fmla="*/ 3019920 h 6858001"/>
              <a:gd name="connsiteX1708" fmla="*/ 11398598 w 12176663"/>
              <a:gd name="connsiteY1708" fmla="*/ 3032329 h 6858001"/>
              <a:gd name="connsiteX1709" fmla="*/ 11413073 w 12176663"/>
              <a:gd name="connsiteY1709" fmla="*/ 3023925 h 6858001"/>
              <a:gd name="connsiteX1710" fmla="*/ 11418629 w 12176663"/>
              <a:gd name="connsiteY1710" fmla="*/ 3012786 h 6858001"/>
              <a:gd name="connsiteX1711" fmla="*/ 11432543 w 12176663"/>
              <a:gd name="connsiteY1711" fmla="*/ 3002070 h 6858001"/>
              <a:gd name="connsiteX1712" fmla="*/ 11449236 w 12176663"/>
              <a:gd name="connsiteY1712" fmla="*/ 2985785 h 6858001"/>
              <a:gd name="connsiteX1713" fmla="*/ 11412198 w 12176663"/>
              <a:gd name="connsiteY1713" fmla="*/ 2994759 h 6858001"/>
              <a:gd name="connsiteX1714" fmla="*/ 11348427 w 12176663"/>
              <a:gd name="connsiteY1714" fmla="*/ 3012657 h 6858001"/>
              <a:gd name="connsiteX1715" fmla="*/ 11346186 w 12176663"/>
              <a:gd name="connsiteY1715" fmla="*/ 3003407 h 6858001"/>
              <a:gd name="connsiteX1716" fmla="*/ 11359809 w 12176663"/>
              <a:gd name="connsiteY1716" fmla="*/ 2982969 h 6858001"/>
              <a:gd name="connsiteX1717" fmla="*/ 11347820 w 12176663"/>
              <a:gd name="connsiteY1717" fmla="*/ 2976080 h 6858001"/>
              <a:gd name="connsiteX1718" fmla="*/ 11338365 w 12176663"/>
              <a:gd name="connsiteY1718" fmla="*/ 2988165 h 6858001"/>
              <a:gd name="connsiteX1719" fmla="*/ 11311365 w 12176663"/>
              <a:gd name="connsiteY1719" fmla="*/ 3004499 h 6858001"/>
              <a:gd name="connsiteX1720" fmla="*/ 11292162 w 12176663"/>
              <a:gd name="connsiteY1720" fmla="*/ 3018944 h 6858001"/>
              <a:gd name="connsiteX1721" fmla="*/ 11293014 w 12176663"/>
              <a:gd name="connsiteY1721" fmla="*/ 3030979 h 6858001"/>
              <a:gd name="connsiteX1722" fmla="*/ 11274348 w 12176663"/>
              <a:gd name="connsiteY1722" fmla="*/ 3030605 h 6858001"/>
              <a:gd name="connsiteX1723" fmla="*/ 11253734 w 12176663"/>
              <a:gd name="connsiteY1723" fmla="*/ 3030702 h 6858001"/>
              <a:gd name="connsiteX1724" fmla="*/ 11235068 w 12176663"/>
              <a:gd name="connsiteY1724" fmla="*/ 3030328 h 6858001"/>
              <a:gd name="connsiteX1725" fmla="*/ 11263727 w 12176663"/>
              <a:gd name="connsiteY1725" fmla="*/ 3003799 h 6858001"/>
              <a:gd name="connsiteX1726" fmla="*/ 11265654 w 12176663"/>
              <a:gd name="connsiteY1726" fmla="*/ 2986195 h 6858001"/>
              <a:gd name="connsiteX1727" fmla="*/ 11247840 w 12176663"/>
              <a:gd name="connsiteY1727" fmla="*/ 2997855 h 6858001"/>
              <a:gd name="connsiteX1728" fmla="*/ 11241723 w 12176663"/>
              <a:gd name="connsiteY1728" fmla="*/ 3006682 h 6858001"/>
              <a:gd name="connsiteX1729" fmla="*/ 11232804 w 12176663"/>
              <a:gd name="connsiteY1729" fmla="*/ 3003947 h 6858001"/>
              <a:gd name="connsiteX1730" fmla="*/ 11207462 w 12176663"/>
              <a:gd name="connsiteY1730" fmla="*/ 3010086 h 6858001"/>
              <a:gd name="connsiteX1731" fmla="*/ 11189918 w 12176663"/>
              <a:gd name="connsiteY1731" fmla="*/ 3014337 h 6858001"/>
              <a:gd name="connsiteX1732" fmla="*/ 11188236 w 12176663"/>
              <a:gd name="connsiteY1732" fmla="*/ 3007399 h 6858001"/>
              <a:gd name="connsiteX1733" fmla="*/ 11176271 w 12176663"/>
              <a:gd name="connsiteY1733" fmla="*/ 3017643 h 6858001"/>
              <a:gd name="connsiteX1734" fmla="*/ 11159287 w 12176663"/>
              <a:gd name="connsiteY1734" fmla="*/ 3024206 h 6858001"/>
              <a:gd name="connsiteX1735" fmla="*/ 11139232 w 12176663"/>
              <a:gd name="connsiteY1735" fmla="*/ 3026616 h 6858001"/>
              <a:gd name="connsiteX1736" fmla="*/ 11104680 w 12176663"/>
              <a:gd name="connsiteY1736" fmla="*/ 3020299 h 6858001"/>
              <a:gd name="connsiteX1737" fmla="*/ 11113868 w 12176663"/>
              <a:gd name="connsiteY1737" fmla="*/ 3015625 h 6858001"/>
              <a:gd name="connsiteX1738" fmla="*/ 11127222 w 12176663"/>
              <a:gd name="connsiteY1738" fmla="*/ 3002597 h 6858001"/>
              <a:gd name="connsiteX1739" fmla="*/ 11242483 w 12176663"/>
              <a:gd name="connsiteY1739" fmla="*/ 2950190 h 6858001"/>
              <a:gd name="connsiteX1740" fmla="*/ 11349433 w 12176663"/>
              <a:gd name="connsiteY1740" fmla="*/ 2931623 h 6858001"/>
              <a:gd name="connsiteX1741" fmla="*/ 11344436 w 12176663"/>
              <a:gd name="connsiteY1741" fmla="*/ 2945074 h 6858001"/>
              <a:gd name="connsiteX1742" fmla="*/ 11339148 w 12176663"/>
              <a:gd name="connsiteY1742" fmla="*/ 2948804 h 6858001"/>
              <a:gd name="connsiteX1743" fmla="*/ 11309347 w 12176663"/>
              <a:gd name="connsiteY1743" fmla="*/ 2953576 h 6858001"/>
              <a:gd name="connsiteX1744" fmla="*/ 11300429 w 12176663"/>
              <a:gd name="connsiteY1744" fmla="*/ 2950840 h 6858001"/>
              <a:gd name="connsiteX1745" fmla="*/ 11278984 w 12176663"/>
              <a:gd name="connsiteY1745" fmla="*/ 2956035 h 6858001"/>
              <a:gd name="connsiteX1746" fmla="*/ 11249743 w 12176663"/>
              <a:gd name="connsiteY1746" fmla="*/ 2963120 h 6858001"/>
              <a:gd name="connsiteX1747" fmla="*/ 11191821 w 12176663"/>
              <a:gd name="connsiteY1747" fmla="*/ 2979601 h 6858001"/>
              <a:gd name="connsiteX1748" fmla="*/ 11144766 w 12176663"/>
              <a:gd name="connsiteY1748" fmla="*/ 2998346 h 6858001"/>
              <a:gd name="connsiteX1749" fmla="*/ 11201322 w 12176663"/>
              <a:gd name="connsiteY1749" fmla="*/ 3001781 h 6858001"/>
              <a:gd name="connsiteX1750" fmla="*/ 11206342 w 12176663"/>
              <a:gd name="connsiteY1750" fmla="*/ 3005462 h 6858001"/>
              <a:gd name="connsiteX1751" fmla="*/ 11212458 w 12176663"/>
              <a:gd name="connsiteY1751" fmla="*/ 2996634 h 6858001"/>
              <a:gd name="connsiteX1752" fmla="*/ 11279007 w 12176663"/>
              <a:gd name="connsiteY1752" fmla="*/ 2973166 h 6858001"/>
              <a:gd name="connsiteX1753" fmla="*/ 11293774 w 12176663"/>
              <a:gd name="connsiteY1753" fmla="*/ 2974485 h 6858001"/>
              <a:gd name="connsiteX1754" fmla="*/ 11296844 w 12176663"/>
              <a:gd name="connsiteY1754" fmla="*/ 2978638 h 6858001"/>
              <a:gd name="connsiteX1755" fmla="*/ 11347529 w 12176663"/>
              <a:gd name="connsiteY1755" fmla="*/ 2966359 h 6858001"/>
              <a:gd name="connsiteX1756" fmla="*/ 11392075 w 12176663"/>
              <a:gd name="connsiteY1756" fmla="*/ 2945774 h 6858001"/>
              <a:gd name="connsiteX1757" fmla="*/ 11397631 w 12176663"/>
              <a:gd name="connsiteY1757" fmla="*/ 2934634 h 6858001"/>
              <a:gd name="connsiteX1758" fmla="*/ 11391222 w 12176663"/>
              <a:gd name="connsiteY1758" fmla="*/ 2933739 h 6858001"/>
              <a:gd name="connsiteX1759" fmla="*/ 11370608 w 12176663"/>
              <a:gd name="connsiteY1759" fmla="*/ 2933837 h 6858001"/>
              <a:gd name="connsiteX1760" fmla="*/ 11396219 w 12176663"/>
              <a:gd name="connsiteY1760" fmla="*/ 2920288 h 6858001"/>
              <a:gd name="connsiteX1761" fmla="*/ 11400946 w 12176663"/>
              <a:gd name="connsiteY1761" fmla="*/ 2914247 h 6858001"/>
              <a:gd name="connsiteX1762" fmla="*/ 11370024 w 12176663"/>
              <a:gd name="connsiteY1762" fmla="*/ 2914393 h 6858001"/>
              <a:gd name="connsiteX1763" fmla="*/ 11331304 w 12176663"/>
              <a:gd name="connsiteY1763" fmla="*/ 2916429 h 6858001"/>
              <a:gd name="connsiteX1764" fmla="*/ 11309569 w 12176663"/>
              <a:gd name="connsiteY1764" fmla="*/ 2911903 h 6858001"/>
              <a:gd name="connsiteX1765" fmla="*/ 11336301 w 12176663"/>
              <a:gd name="connsiteY1765" fmla="*/ 2902977 h 6858001"/>
              <a:gd name="connsiteX1766" fmla="*/ 11351605 w 12176663"/>
              <a:gd name="connsiteY1766" fmla="*/ 2889477 h 6858001"/>
              <a:gd name="connsiteX1767" fmla="*/ 11296461 w 12176663"/>
              <a:gd name="connsiteY1767" fmla="*/ 2900390 h 6858001"/>
              <a:gd name="connsiteX1768" fmla="*/ 11263320 w 12176663"/>
              <a:gd name="connsiteY1768" fmla="*/ 2908418 h 6858001"/>
              <a:gd name="connsiteX1769" fmla="*/ 11281402 w 12176663"/>
              <a:gd name="connsiteY1769" fmla="*/ 2889348 h 6858001"/>
              <a:gd name="connsiteX1770" fmla="*/ 11341543 w 12176663"/>
              <a:gd name="connsiteY1770" fmla="*/ 2864985 h 6858001"/>
              <a:gd name="connsiteX1771" fmla="*/ 11394715 w 12176663"/>
              <a:gd name="connsiteY1771" fmla="*/ 2837414 h 6858001"/>
              <a:gd name="connsiteX1772" fmla="*/ 11361014 w 12176663"/>
              <a:gd name="connsiteY1772" fmla="*/ 2843131 h 6858001"/>
              <a:gd name="connsiteX1773" fmla="*/ 11323975 w 12176663"/>
              <a:gd name="connsiteY1773" fmla="*/ 2852103 h 6858001"/>
              <a:gd name="connsiteX1774" fmla="*/ 11290836 w 12176663"/>
              <a:gd name="connsiteY1774" fmla="*/ 2860133 h 6858001"/>
              <a:gd name="connsiteX1775" fmla="*/ 11270244 w 12176663"/>
              <a:gd name="connsiteY1775" fmla="*/ 2877362 h 6858001"/>
              <a:gd name="connsiteX1776" fmla="*/ 11238515 w 12176663"/>
              <a:gd name="connsiteY1776" fmla="*/ 2899738 h 6858001"/>
              <a:gd name="connsiteX1777" fmla="*/ 11195652 w 12176663"/>
              <a:gd name="connsiteY1777" fmla="*/ 2927261 h 6858001"/>
              <a:gd name="connsiteX1778" fmla="*/ 11185905 w 12176663"/>
              <a:gd name="connsiteY1778" fmla="*/ 2929622 h 6858001"/>
              <a:gd name="connsiteX1779" fmla="*/ 11170578 w 12176663"/>
              <a:gd name="connsiteY1779" fmla="*/ 2925991 h 6858001"/>
              <a:gd name="connsiteX1780" fmla="*/ 11172504 w 12176663"/>
              <a:gd name="connsiteY1780" fmla="*/ 2908387 h 6858001"/>
              <a:gd name="connsiteX1781" fmla="*/ 11191146 w 12176663"/>
              <a:gd name="connsiteY1781" fmla="*/ 2891630 h 6858001"/>
              <a:gd name="connsiteX1782" fmla="*/ 11207010 w 12176663"/>
              <a:gd name="connsiteY1782" fmla="*/ 2880442 h 6858001"/>
              <a:gd name="connsiteX1783" fmla="*/ 11240688 w 12176663"/>
              <a:gd name="connsiteY1783" fmla="*/ 2857593 h 6858001"/>
              <a:gd name="connsiteX1784" fmla="*/ 11390724 w 12176663"/>
              <a:gd name="connsiteY1784" fmla="*/ 2769831 h 6858001"/>
              <a:gd name="connsiteX1785" fmla="*/ 11369012 w 12176663"/>
              <a:gd name="connsiteY1785" fmla="*/ 2782436 h 6858001"/>
              <a:gd name="connsiteX1786" fmla="*/ 11359825 w 12176663"/>
              <a:gd name="connsiteY1786" fmla="*/ 2787110 h 6858001"/>
              <a:gd name="connsiteX1787" fmla="*/ 11369303 w 12176663"/>
              <a:gd name="connsiteY1787" fmla="*/ 2792158 h 6858001"/>
              <a:gd name="connsiteX1788" fmla="*/ 11414118 w 12176663"/>
              <a:gd name="connsiteY1788" fmla="*/ 2764163 h 6858001"/>
              <a:gd name="connsiteX1789" fmla="*/ 11458102 w 12176663"/>
              <a:gd name="connsiteY1789" fmla="*/ 2741266 h 6858001"/>
              <a:gd name="connsiteX1790" fmla="*/ 11478425 w 12176663"/>
              <a:gd name="connsiteY1790" fmla="*/ 2731445 h 6858001"/>
              <a:gd name="connsiteX1791" fmla="*/ 11423282 w 12176663"/>
              <a:gd name="connsiteY1791" fmla="*/ 2742357 h 6858001"/>
              <a:gd name="connsiteX1792" fmla="*/ 11393481 w 12176663"/>
              <a:gd name="connsiteY1792" fmla="*/ 2747130 h 6858001"/>
              <a:gd name="connsiteX1793" fmla="*/ 11384562 w 12176663"/>
              <a:gd name="connsiteY1793" fmla="*/ 2744394 h 6858001"/>
              <a:gd name="connsiteX1794" fmla="*/ 11370624 w 12176663"/>
              <a:gd name="connsiteY1794" fmla="*/ 2737977 h 6858001"/>
              <a:gd name="connsiteX1795" fmla="*/ 11377570 w 12176663"/>
              <a:gd name="connsiteY1795" fmla="*/ 2724054 h 6858001"/>
              <a:gd name="connsiteX1796" fmla="*/ 11371722 w 12176663"/>
              <a:gd name="connsiteY1796" fmla="*/ 2725471 h 6858001"/>
              <a:gd name="connsiteX1797" fmla="*/ 11339970 w 12176663"/>
              <a:gd name="connsiteY1797" fmla="*/ 2730715 h 6858001"/>
              <a:gd name="connsiteX1798" fmla="*/ 11328566 w 12176663"/>
              <a:gd name="connsiteY1798" fmla="*/ 2743271 h 6858001"/>
              <a:gd name="connsiteX1799" fmla="*/ 11301566 w 12176663"/>
              <a:gd name="connsiteY1799" fmla="*/ 2759605 h 6858001"/>
              <a:gd name="connsiteX1800" fmla="*/ 11276492 w 12176663"/>
              <a:gd name="connsiteY1800" fmla="*/ 2758335 h 6858001"/>
              <a:gd name="connsiteX1801" fmla="*/ 11289847 w 12176663"/>
              <a:gd name="connsiteY1801" fmla="*/ 2745308 h 6858001"/>
              <a:gd name="connsiteX1802" fmla="*/ 11274251 w 12176663"/>
              <a:gd name="connsiteY1802" fmla="*/ 2749086 h 6858001"/>
              <a:gd name="connsiteX1803" fmla="*/ 11249737 w 12176663"/>
              <a:gd name="connsiteY1803" fmla="*/ 2750128 h 6858001"/>
              <a:gd name="connsiteX1804" fmla="*/ 11300130 w 12176663"/>
              <a:gd name="connsiteY1804" fmla="*/ 2728127 h 6858001"/>
              <a:gd name="connsiteX1805" fmla="*/ 11366948 w 12176663"/>
              <a:gd name="connsiteY1805" fmla="*/ 2697249 h 6858001"/>
              <a:gd name="connsiteX1806" fmla="*/ 11394509 w 12176663"/>
              <a:gd name="connsiteY1806" fmla="*/ 2683227 h 6858001"/>
              <a:gd name="connsiteX1807" fmla="*/ 11434886 w 12176663"/>
              <a:gd name="connsiteY1807" fmla="*/ 2670997 h 6858001"/>
              <a:gd name="connsiteX1808" fmla="*/ 11439053 w 12176663"/>
              <a:gd name="connsiteY1808" fmla="*/ 2662642 h 6858001"/>
              <a:gd name="connsiteX1809" fmla="*/ 11359956 w 12176663"/>
              <a:gd name="connsiteY1809" fmla="*/ 2676909 h 6858001"/>
              <a:gd name="connsiteX1810" fmla="*/ 11365513 w 12176663"/>
              <a:gd name="connsiteY1810" fmla="*/ 2665770 h 6858001"/>
              <a:gd name="connsiteX1811" fmla="*/ 11403335 w 12176663"/>
              <a:gd name="connsiteY1811" fmla="*/ 2617436 h 6858001"/>
              <a:gd name="connsiteX1812" fmla="*/ 11417518 w 12176663"/>
              <a:gd name="connsiteY1812" fmla="*/ 2599310 h 6858001"/>
              <a:gd name="connsiteX1813" fmla="*/ 11393005 w 12176663"/>
              <a:gd name="connsiteY1813" fmla="*/ 2600353 h 6858001"/>
              <a:gd name="connsiteX1814" fmla="*/ 11520792 w 12176663"/>
              <a:gd name="connsiteY1814" fmla="*/ 2540015 h 6858001"/>
              <a:gd name="connsiteX1815" fmla="*/ 11487360 w 12176663"/>
              <a:gd name="connsiteY1815" fmla="*/ 2538321 h 6858001"/>
              <a:gd name="connsiteX1816" fmla="*/ 11431656 w 12176663"/>
              <a:gd name="connsiteY1816" fmla="*/ 2546921 h 6858001"/>
              <a:gd name="connsiteX1817" fmla="*/ 11464213 w 12176663"/>
              <a:gd name="connsiteY1817" fmla="*/ 2519448 h 6858001"/>
              <a:gd name="connsiteX1818" fmla="*/ 11496501 w 12176663"/>
              <a:gd name="connsiteY1818" fmla="*/ 2499384 h 6858001"/>
              <a:gd name="connsiteX1819" fmla="*/ 11506786 w 12176663"/>
              <a:gd name="connsiteY1819" fmla="*/ 2482203 h 6858001"/>
              <a:gd name="connsiteX1820" fmla="*/ 11531814 w 12176663"/>
              <a:gd name="connsiteY1820" fmla="*/ 2449210 h 6858001"/>
              <a:gd name="connsiteX1821" fmla="*/ 11714476 w 12176663"/>
              <a:gd name="connsiteY1821" fmla="*/ 2385369 h 6858001"/>
              <a:gd name="connsiteX1822" fmla="*/ 11823083 w 12176663"/>
              <a:gd name="connsiteY1822" fmla="*/ 2356608 h 6858001"/>
              <a:gd name="connsiteX1823" fmla="*/ 11852033 w 12176663"/>
              <a:gd name="connsiteY1823" fmla="*/ 2339801 h 6858001"/>
              <a:gd name="connsiteX1824" fmla="*/ 11693570 w 12176663"/>
              <a:gd name="connsiteY1824" fmla="*/ 2375745 h 6858001"/>
              <a:gd name="connsiteX1825" fmla="*/ 11670983 w 12176663"/>
              <a:gd name="connsiteY1825" fmla="*/ 2359183 h 6858001"/>
              <a:gd name="connsiteX1826" fmla="*/ 11696033 w 12176663"/>
              <a:gd name="connsiteY1826" fmla="*/ 2343322 h 6858001"/>
              <a:gd name="connsiteX1827" fmla="*/ 11671812 w 12176663"/>
              <a:gd name="connsiteY1827" fmla="*/ 2354086 h 6858001"/>
              <a:gd name="connsiteX1828" fmla="*/ 11635041 w 12176663"/>
              <a:gd name="connsiteY1828" fmla="*/ 2355651 h 6858001"/>
              <a:gd name="connsiteX1829" fmla="*/ 11616937 w 12176663"/>
              <a:gd name="connsiteY1829" fmla="*/ 2357589 h 6858001"/>
              <a:gd name="connsiteX1830" fmla="*/ 11562060 w 12176663"/>
              <a:gd name="connsiteY1830" fmla="*/ 2361091 h 6858001"/>
              <a:gd name="connsiteX1831" fmla="*/ 11561209 w 12176663"/>
              <a:gd name="connsiteY1831" fmla="*/ 2349056 h 6858001"/>
              <a:gd name="connsiteX1832" fmla="*/ 11588478 w 12176663"/>
              <a:gd name="connsiteY1832" fmla="*/ 2325312 h 6858001"/>
              <a:gd name="connsiteX1833" fmla="*/ 11577610 w 12176663"/>
              <a:gd name="connsiteY1833" fmla="*/ 2323049 h 6858001"/>
              <a:gd name="connsiteX1834" fmla="*/ 11500193 w 12176663"/>
              <a:gd name="connsiteY1834" fmla="*/ 2344253 h 6858001"/>
              <a:gd name="connsiteX1835" fmla="*/ 11450069 w 12176663"/>
              <a:gd name="connsiteY1835" fmla="*/ 2358846 h 6858001"/>
              <a:gd name="connsiteX1836" fmla="*/ 11399384 w 12176663"/>
              <a:gd name="connsiteY1836" fmla="*/ 2371126 h 6858001"/>
              <a:gd name="connsiteX1837" fmla="*/ 11405500 w 12176663"/>
              <a:gd name="connsiteY1837" fmla="*/ 2362298 h 6858001"/>
              <a:gd name="connsiteX1838" fmla="*/ 11411618 w 12176663"/>
              <a:gd name="connsiteY1838" fmla="*/ 2353472 h 6858001"/>
              <a:gd name="connsiteX1839" fmla="*/ 11488474 w 12176663"/>
              <a:gd name="connsiteY1839" fmla="*/ 2329955 h 6858001"/>
              <a:gd name="connsiteX1840" fmla="*/ 11519373 w 12176663"/>
              <a:gd name="connsiteY1840" fmla="*/ 2312677 h 6858001"/>
              <a:gd name="connsiteX1841" fmla="*/ 11526050 w 12176663"/>
              <a:gd name="connsiteY1841" fmla="*/ 2306163 h 6858001"/>
              <a:gd name="connsiteX1842" fmla="*/ 11540256 w 12176663"/>
              <a:gd name="connsiteY1842" fmla="*/ 2305169 h 6858001"/>
              <a:gd name="connsiteX1843" fmla="*/ 11634949 w 12176663"/>
              <a:gd name="connsiteY1843" fmla="*/ 2287124 h 6858001"/>
              <a:gd name="connsiteX1844" fmla="*/ 11604027 w 12176663"/>
              <a:gd name="connsiteY1844" fmla="*/ 2287271 h 6858001"/>
              <a:gd name="connsiteX1845" fmla="*/ 11537455 w 12176663"/>
              <a:gd name="connsiteY1845" fmla="*/ 2293606 h 6858001"/>
              <a:gd name="connsiteX1846" fmla="*/ 11527417 w 12176663"/>
              <a:gd name="connsiteY1846" fmla="*/ 2286246 h 6858001"/>
              <a:gd name="connsiteX1847" fmla="*/ 11516841 w 12176663"/>
              <a:gd name="connsiteY1847" fmla="*/ 2293704 h 6858001"/>
              <a:gd name="connsiteX1848" fmla="*/ 11502927 w 12176663"/>
              <a:gd name="connsiteY1848" fmla="*/ 2304420 h 6858001"/>
              <a:gd name="connsiteX1849" fmla="*/ 11483164 w 12176663"/>
              <a:gd name="connsiteY1849" fmla="*/ 2316553 h 6858001"/>
              <a:gd name="connsiteX1850" fmla="*/ 11470906 w 12176663"/>
              <a:gd name="connsiteY1850" fmla="*/ 2317075 h 6858001"/>
              <a:gd name="connsiteX1851" fmla="*/ 11464767 w 12176663"/>
              <a:gd name="connsiteY1851" fmla="*/ 2308769 h 6858001"/>
              <a:gd name="connsiteX1852" fmla="*/ 11549397 w 12176663"/>
              <a:gd name="connsiteY1852" fmla="*/ 2266232 h 6858001"/>
              <a:gd name="connsiteX1853" fmla="*/ 11568040 w 12176663"/>
              <a:gd name="connsiteY1853" fmla="*/ 2249474 h 6858001"/>
              <a:gd name="connsiteX1854" fmla="*/ 11523204 w 12176663"/>
              <a:gd name="connsiteY1854" fmla="*/ 2260336 h 6858001"/>
              <a:gd name="connsiteX1855" fmla="*/ 11475029 w 12176663"/>
              <a:gd name="connsiteY1855" fmla="*/ 2274456 h 6858001"/>
              <a:gd name="connsiteX1856" fmla="*/ 11479195 w 12176663"/>
              <a:gd name="connsiteY1856" fmla="*/ 2266102 h 6858001"/>
              <a:gd name="connsiteX1857" fmla="*/ 11440453 w 12176663"/>
              <a:gd name="connsiteY1857" fmla="*/ 2251007 h 6858001"/>
              <a:gd name="connsiteX1858" fmla="*/ 11469379 w 12176663"/>
              <a:gd name="connsiteY1858" fmla="*/ 2217069 h 6858001"/>
              <a:gd name="connsiteX1859" fmla="*/ 11498867 w 12176663"/>
              <a:gd name="connsiteY1859" fmla="*/ 2185442 h 6858001"/>
              <a:gd name="connsiteX1860" fmla="*/ 11538101 w 12176663"/>
              <a:gd name="connsiteY1860" fmla="*/ 2151454 h 6858001"/>
              <a:gd name="connsiteX1861" fmla="*/ 11556743 w 12176663"/>
              <a:gd name="connsiteY1861" fmla="*/ 2134697 h 6858001"/>
              <a:gd name="connsiteX1862" fmla="*/ 11563151 w 12176663"/>
              <a:gd name="connsiteY1862" fmla="*/ 2135593 h 6858001"/>
              <a:gd name="connsiteX1863" fmla="*/ 11622172 w 12176663"/>
              <a:gd name="connsiteY1863" fmla="*/ 2106604 h 6858001"/>
              <a:gd name="connsiteX1864" fmla="*/ 11626339 w 12176663"/>
              <a:gd name="connsiteY1864" fmla="*/ 2098250 h 6858001"/>
              <a:gd name="connsiteX1865" fmla="*/ 11631919 w 12176663"/>
              <a:gd name="connsiteY1865" fmla="*/ 2104243 h 6858001"/>
              <a:gd name="connsiteX1866" fmla="*/ 11635549 w 12176663"/>
              <a:gd name="connsiteY1866" fmla="*/ 2110708 h 6858001"/>
              <a:gd name="connsiteX1867" fmla="*/ 11640546 w 12176663"/>
              <a:gd name="connsiteY1867" fmla="*/ 2097257 h 6858001"/>
              <a:gd name="connsiteX1868" fmla="*/ 11632457 w 12176663"/>
              <a:gd name="connsiteY1868" fmla="*/ 2089424 h 6858001"/>
              <a:gd name="connsiteX1869" fmla="*/ 11625487 w 12176663"/>
              <a:gd name="connsiteY1869" fmla="*/ 2086215 h 6858001"/>
              <a:gd name="connsiteX1870" fmla="*/ 11640792 w 12176663"/>
              <a:gd name="connsiteY1870" fmla="*/ 2072715 h 6858001"/>
              <a:gd name="connsiteX1871" fmla="*/ 11644959 w 12176663"/>
              <a:gd name="connsiteY1871" fmla="*/ 2064360 h 6858001"/>
              <a:gd name="connsiteX1872" fmla="*/ 11602094 w 12176663"/>
              <a:gd name="connsiteY1872" fmla="*/ 2091883 h 6858001"/>
              <a:gd name="connsiteX1873" fmla="*/ 11565078 w 12176663"/>
              <a:gd name="connsiteY1873" fmla="*/ 2117989 h 6858001"/>
              <a:gd name="connsiteX1874" fmla="*/ 11519145 w 12176663"/>
              <a:gd name="connsiteY1874" fmla="*/ 2141359 h 6858001"/>
              <a:gd name="connsiteX1875" fmla="*/ 11491852 w 12176663"/>
              <a:gd name="connsiteY1875" fmla="*/ 2147971 h 6858001"/>
              <a:gd name="connsiteX1876" fmla="*/ 11480155 w 12176663"/>
              <a:gd name="connsiteY1876" fmla="*/ 2150804 h 6858001"/>
              <a:gd name="connsiteX1877" fmla="*/ 11455664 w 12176663"/>
              <a:gd name="connsiteY1877" fmla="*/ 2168979 h 6858001"/>
              <a:gd name="connsiteX1878" fmla="*/ 11435341 w 12176663"/>
              <a:gd name="connsiteY1878" fmla="*/ 2178799 h 6858001"/>
              <a:gd name="connsiteX1879" fmla="*/ 11454836 w 12176663"/>
              <a:gd name="connsiteY1879" fmla="*/ 2174076 h 6858001"/>
              <a:gd name="connsiteX1880" fmla="*/ 11473525 w 12176663"/>
              <a:gd name="connsiteY1880" fmla="*/ 2191582 h 6858001"/>
              <a:gd name="connsiteX1881" fmla="*/ 11451812 w 12176663"/>
              <a:gd name="connsiteY1881" fmla="*/ 2204187 h 6858001"/>
              <a:gd name="connsiteX1882" fmla="*/ 11441236 w 12176663"/>
              <a:gd name="connsiteY1882" fmla="*/ 2211646 h 6858001"/>
              <a:gd name="connsiteX1883" fmla="*/ 11383336 w 12176663"/>
              <a:gd name="connsiteY1883" fmla="*/ 2245259 h 6858001"/>
              <a:gd name="connsiteX1884" fmla="*/ 11374687 w 12176663"/>
              <a:gd name="connsiteY1884" fmla="*/ 2235114 h 6858001"/>
              <a:gd name="connsiteX1885" fmla="*/ 11358532 w 12176663"/>
              <a:gd name="connsiteY1885" fmla="*/ 2236580 h 6858001"/>
              <a:gd name="connsiteX1886" fmla="*/ 11336259 w 12176663"/>
              <a:gd name="connsiteY1886" fmla="*/ 2246872 h 6858001"/>
              <a:gd name="connsiteX1887" fmla="*/ 11357120 w 12176663"/>
              <a:gd name="connsiteY1887" fmla="*/ 2222232 h 6858001"/>
              <a:gd name="connsiteX1888" fmla="*/ 11403322 w 12176663"/>
              <a:gd name="connsiteY1888" fmla="*/ 2191453 h 6858001"/>
              <a:gd name="connsiteX1889" fmla="*/ 11434781 w 12176663"/>
              <a:gd name="connsiteY1889" fmla="*/ 2176487 h 6858001"/>
              <a:gd name="connsiteX1890" fmla="*/ 11453423 w 12176663"/>
              <a:gd name="connsiteY1890" fmla="*/ 2159729 h 6858001"/>
              <a:gd name="connsiteX1891" fmla="*/ 11427230 w 12176663"/>
              <a:gd name="connsiteY1891" fmla="*/ 2153834 h 6858001"/>
              <a:gd name="connsiteX1892" fmla="*/ 11392700 w 12176663"/>
              <a:gd name="connsiteY1892" fmla="*/ 2164648 h 6858001"/>
              <a:gd name="connsiteX1893" fmla="*/ 11389071 w 12176663"/>
              <a:gd name="connsiteY1893" fmla="*/ 2158183 h 6858001"/>
              <a:gd name="connsiteX1894" fmla="*/ 11373766 w 12176663"/>
              <a:gd name="connsiteY1894" fmla="*/ 2171684 h 6858001"/>
              <a:gd name="connsiteX1895" fmla="*/ 11361241 w 12176663"/>
              <a:gd name="connsiteY1895" fmla="*/ 2179615 h 6858001"/>
              <a:gd name="connsiteX1896" fmla="*/ 11362899 w 12176663"/>
              <a:gd name="connsiteY1896" fmla="*/ 2169420 h 6858001"/>
              <a:gd name="connsiteX1897" fmla="*/ 11369552 w 12176663"/>
              <a:gd name="connsiteY1897" fmla="*/ 2145775 h 6858001"/>
              <a:gd name="connsiteX1898" fmla="*/ 11379009 w 12176663"/>
              <a:gd name="connsiteY1898" fmla="*/ 2133690 h 6858001"/>
              <a:gd name="connsiteX1899" fmla="*/ 11402939 w 12176663"/>
              <a:gd name="connsiteY1899" fmla="*/ 2113204 h 6858001"/>
              <a:gd name="connsiteX1900" fmla="*/ 11416293 w 12176663"/>
              <a:gd name="connsiteY1900" fmla="*/ 2100176 h 6858001"/>
              <a:gd name="connsiteX1901" fmla="*/ 11397919 w 12176663"/>
              <a:gd name="connsiteY1901" fmla="*/ 2109524 h 6858001"/>
              <a:gd name="connsiteX1902" fmla="*/ 11390951 w 12176663"/>
              <a:gd name="connsiteY1902" fmla="*/ 2106316 h 6858001"/>
              <a:gd name="connsiteX1903" fmla="*/ 11393997 w 12176663"/>
              <a:gd name="connsiteY1903" fmla="*/ 2093336 h 6858001"/>
              <a:gd name="connsiteX1904" fmla="*/ 11473341 w 12176663"/>
              <a:gd name="connsiteY1904" fmla="*/ 2054527 h 6858001"/>
              <a:gd name="connsiteX1905" fmla="*/ 11518177 w 12176663"/>
              <a:gd name="connsiteY1905" fmla="*/ 2043665 h 6858001"/>
              <a:gd name="connsiteX1906" fmla="*/ 11652910 w 12176663"/>
              <a:gd name="connsiteY1906" fmla="*/ 1969403 h 6858001"/>
              <a:gd name="connsiteX1907" fmla="*/ 11671575 w 12176663"/>
              <a:gd name="connsiteY1907" fmla="*/ 1969778 h 6858001"/>
              <a:gd name="connsiteX1908" fmla="*/ 11675206 w 12176663"/>
              <a:gd name="connsiteY1908" fmla="*/ 1976242 h 6858001"/>
              <a:gd name="connsiteX1909" fmla="*/ 11686073 w 12176663"/>
              <a:gd name="connsiteY1909" fmla="*/ 1978506 h 6858001"/>
              <a:gd name="connsiteX1910" fmla="*/ 11699988 w 12176663"/>
              <a:gd name="connsiteY1910" fmla="*/ 1967789 h 6858001"/>
              <a:gd name="connsiteX1911" fmla="*/ 11757351 w 12176663"/>
              <a:gd name="connsiteY1911" fmla="*/ 1948996 h 6858001"/>
              <a:gd name="connsiteX1912" fmla="*/ 11815004 w 12176663"/>
              <a:gd name="connsiteY1912" fmla="*/ 1939924 h 6858001"/>
              <a:gd name="connsiteX1913" fmla="*/ 11828336 w 12176663"/>
              <a:gd name="connsiteY1913" fmla="*/ 1909765 h 6858001"/>
              <a:gd name="connsiteX1914" fmla="*/ 11838083 w 12176663"/>
              <a:gd name="connsiteY1914" fmla="*/ 1907403 h 6858001"/>
              <a:gd name="connsiteX1915" fmla="*/ 11875683 w 12176663"/>
              <a:gd name="connsiteY1915" fmla="*/ 1900741 h 6858001"/>
              <a:gd name="connsiteX1916" fmla="*/ 11922468 w 12176663"/>
              <a:gd name="connsiteY1916" fmla="*/ 1889406 h 6858001"/>
              <a:gd name="connsiteX1917" fmla="*/ 11974788 w 12176663"/>
              <a:gd name="connsiteY1917" fmla="*/ 1849800 h 6858001"/>
              <a:gd name="connsiteX1918" fmla="*/ 12005664 w 12176663"/>
              <a:gd name="connsiteY1918" fmla="*/ 1815390 h 6858001"/>
              <a:gd name="connsiteX1919" fmla="*/ 11964458 w 12176663"/>
              <a:gd name="connsiteY1919" fmla="*/ 1832717 h 6858001"/>
              <a:gd name="connsiteX1920" fmla="*/ 11878707 w 12176663"/>
              <a:gd name="connsiteY1920" fmla="*/ 1870631 h 6858001"/>
              <a:gd name="connsiteX1921" fmla="*/ 11801290 w 12176663"/>
              <a:gd name="connsiteY1921" fmla="*/ 1891835 h 6858001"/>
              <a:gd name="connsiteX1922" fmla="*/ 11745585 w 12176663"/>
              <a:gd name="connsiteY1922" fmla="*/ 1900434 h 6858001"/>
              <a:gd name="connsiteX1923" fmla="*/ 11727481 w 12176663"/>
              <a:gd name="connsiteY1923" fmla="*/ 1902373 h 6858001"/>
              <a:gd name="connsiteX1924" fmla="*/ 11703526 w 12176663"/>
              <a:gd name="connsiteY1924" fmla="*/ 1905728 h 6858001"/>
              <a:gd name="connsiteX1925" fmla="*/ 11669266 w 12176663"/>
              <a:gd name="connsiteY1925" fmla="*/ 1909132 h 6858001"/>
              <a:gd name="connsiteX1926" fmla="*/ 11641974 w 12176663"/>
              <a:gd name="connsiteY1926" fmla="*/ 1915744 h 6858001"/>
              <a:gd name="connsiteX1927" fmla="*/ 11593238 w 12176663"/>
              <a:gd name="connsiteY1927" fmla="*/ 1927552 h 6858001"/>
              <a:gd name="connsiteX1928" fmla="*/ 11568725 w 12176663"/>
              <a:gd name="connsiteY1928" fmla="*/ 1928594 h 6858001"/>
              <a:gd name="connsiteX1929" fmla="*/ 11582639 w 12176663"/>
              <a:gd name="connsiteY1929" fmla="*/ 1917879 h 6858001"/>
              <a:gd name="connsiteX1930" fmla="*/ 11555347 w 12176663"/>
              <a:gd name="connsiteY1930" fmla="*/ 1924491 h 6858001"/>
              <a:gd name="connsiteX1931" fmla="*/ 11521647 w 12176663"/>
              <a:gd name="connsiteY1931" fmla="*/ 1930208 h 6858001"/>
              <a:gd name="connsiteX1932" fmla="*/ 11543068 w 12176663"/>
              <a:gd name="connsiteY1932" fmla="*/ 1907880 h 6858001"/>
              <a:gd name="connsiteX1933" fmla="*/ 11552523 w 12176663"/>
              <a:gd name="connsiteY1933" fmla="*/ 1895797 h 6858001"/>
              <a:gd name="connsiteX1934" fmla="*/ 11528862 w 12176663"/>
              <a:gd name="connsiteY1934" fmla="*/ 1908874 h 6858001"/>
              <a:gd name="connsiteX1935" fmla="*/ 11426125 w 12176663"/>
              <a:gd name="connsiteY1935" fmla="*/ 1953350 h 6858001"/>
              <a:gd name="connsiteX1936" fmla="*/ 11449227 w 12176663"/>
              <a:gd name="connsiteY1936" fmla="*/ 1937960 h 6858001"/>
              <a:gd name="connsiteX1937" fmla="*/ 11542193 w 12176663"/>
              <a:gd name="connsiteY1937" fmla="*/ 1878714 h 6858001"/>
              <a:gd name="connsiteX1938" fmla="*/ 11608742 w 12176663"/>
              <a:gd name="connsiteY1938" fmla="*/ 1855246 h 6858001"/>
              <a:gd name="connsiteX1939" fmla="*/ 11671684 w 12176663"/>
              <a:gd name="connsiteY1939" fmla="*/ 1842445 h 6858001"/>
              <a:gd name="connsiteX1940" fmla="*/ 11684792 w 12176663"/>
              <a:gd name="connsiteY1940" fmla="*/ 1853958 h 6858001"/>
              <a:gd name="connsiteX1941" fmla="*/ 11749123 w 12176663"/>
              <a:gd name="connsiteY1941" fmla="*/ 1838372 h 6858001"/>
              <a:gd name="connsiteX1942" fmla="*/ 11849395 w 12176663"/>
              <a:gd name="connsiteY1942" fmla="*/ 1826320 h 6858001"/>
              <a:gd name="connsiteX1943" fmla="*/ 11892576 w 12176663"/>
              <a:gd name="connsiteY1943" fmla="*/ 1825651 h 6858001"/>
              <a:gd name="connsiteX1944" fmla="*/ 11916236 w 12176663"/>
              <a:gd name="connsiteY1944" fmla="*/ 1812573 h 6858001"/>
              <a:gd name="connsiteX1945" fmla="*/ 11925423 w 12176663"/>
              <a:gd name="connsiteY1945" fmla="*/ 1807900 h 6858001"/>
              <a:gd name="connsiteX1946" fmla="*/ 11900910 w 12176663"/>
              <a:gd name="connsiteY1946" fmla="*/ 1808942 h 6858001"/>
              <a:gd name="connsiteX1947" fmla="*/ 11872766 w 12176663"/>
              <a:gd name="connsiteY1947" fmla="*/ 1803521 h 6858001"/>
              <a:gd name="connsiteX1948" fmla="*/ 11884172 w 12176663"/>
              <a:gd name="connsiteY1948" fmla="*/ 1790964 h 6858001"/>
              <a:gd name="connsiteX1949" fmla="*/ 11898377 w 12176663"/>
              <a:gd name="connsiteY1949" fmla="*/ 1789971 h 6858001"/>
              <a:gd name="connsiteX1950" fmla="*/ 11880540 w 12176663"/>
              <a:gd name="connsiteY1950" fmla="*/ 1784499 h 6858001"/>
              <a:gd name="connsiteX1951" fmla="*/ 11859927 w 12176663"/>
              <a:gd name="connsiteY1951" fmla="*/ 1784597 h 6858001"/>
              <a:gd name="connsiteX1952" fmla="*/ 11849619 w 12176663"/>
              <a:gd name="connsiteY1952" fmla="*/ 1784646 h 6858001"/>
              <a:gd name="connsiteX1953" fmla="*/ 11875230 w 12176663"/>
              <a:gd name="connsiteY1953" fmla="*/ 1771097 h 6858001"/>
              <a:gd name="connsiteX1954" fmla="*/ 11906712 w 12176663"/>
              <a:gd name="connsiteY1954" fmla="*/ 1773262 h 6858001"/>
              <a:gd name="connsiteX1955" fmla="*/ 11924817 w 12176663"/>
              <a:gd name="connsiteY1955" fmla="*/ 1771324 h 6858001"/>
              <a:gd name="connsiteX1956" fmla="*/ 11969362 w 12176663"/>
              <a:gd name="connsiteY1956" fmla="*/ 1750739 h 6858001"/>
              <a:gd name="connsiteX1957" fmla="*/ 11989954 w 12176663"/>
              <a:gd name="connsiteY1957" fmla="*/ 1733509 h 6858001"/>
              <a:gd name="connsiteX1958" fmla="*/ 11954597 w 12176663"/>
              <a:gd name="connsiteY1958" fmla="*/ 1749420 h 6858001"/>
              <a:gd name="connsiteX1959" fmla="*/ 11925915 w 12176663"/>
              <a:gd name="connsiteY1959" fmla="*/ 1758817 h 6858001"/>
              <a:gd name="connsiteX1960" fmla="*/ 11896943 w 12176663"/>
              <a:gd name="connsiteY1960" fmla="*/ 1758492 h 6858001"/>
              <a:gd name="connsiteX1961" fmla="*/ 11866580 w 12176663"/>
              <a:gd name="connsiteY1961" fmla="*/ 1760951 h 6858001"/>
              <a:gd name="connsiteX1962" fmla="*/ 11847893 w 12176663"/>
              <a:gd name="connsiteY1962" fmla="*/ 1743445 h 6858001"/>
              <a:gd name="connsiteX1963" fmla="*/ 11824230 w 12176663"/>
              <a:gd name="connsiteY1963" fmla="*/ 1756523 h 6858001"/>
              <a:gd name="connsiteX1964" fmla="*/ 11846795 w 12176663"/>
              <a:gd name="connsiteY1964" fmla="*/ 1755953 h 6858001"/>
              <a:gd name="connsiteX1965" fmla="*/ 11850693 w 12176663"/>
              <a:gd name="connsiteY1965" fmla="*/ 1755008 h 6858001"/>
              <a:gd name="connsiteX1966" fmla="*/ 11847086 w 12176663"/>
              <a:gd name="connsiteY1966" fmla="*/ 1765674 h 6858001"/>
              <a:gd name="connsiteX1967" fmla="*/ 11827884 w 12176663"/>
              <a:gd name="connsiteY1967" fmla="*/ 1780120 h 6858001"/>
              <a:gd name="connsiteX1968" fmla="*/ 11810070 w 12176663"/>
              <a:gd name="connsiteY1968" fmla="*/ 1791780 h 6858001"/>
              <a:gd name="connsiteX1969" fmla="*/ 11667493 w 12176663"/>
              <a:gd name="connsiteY1969" fmla="*/ 1833668 h 6858001"/>
              <a:gd name="connsiteX1970" fmla="*/ 11593952 w 12176663"/>
              <a:gd name="connsiteY1970" fmla="*/ 1836796 h 6858001"/>
              <a:gd name="connsiteX1971" fmla="*/ 11615105 w 12176663"/>
              <a:gd name="connsiteY1971" fmla="*/ 1821878 h 6858001"/>
              <a:gd name="connsiteX1972" fmla="*/ 11608136 w 12176663"/>
              <a:gd name="connsiteY1972" fmla="*/ 1818670 h 6858001"/>
              <a:gd name="connsiteX1973" fmla="*/ 11614521 w 12176663"/>
              <a:gd name="connsiteY1973" fmla="*/ 1802433 h 6858001"/>
              <a:gd name="connsiteX1974" fmla="*/ 11641254 w 12176663"/>
              <a:gd name="connsiteY1974" fmla="*/ 1793509 h 6858001"/>
              <a:gd name="connsiteX1975" fmla="*/ 11659089 w 12176663"/>
              <a:gd name="connsiteY1975" fmla="*/ 1798980 h 6858001"/>
              <a:gd name="connsiteX1976" fmla="*/ 11653510 w 12176663"/>
              <a:gd name="connsiteY1976" fmla="*/ 1792987 h 6858001"/>
              <a:gd name="connsiteX1977" fmla="*/ 11649879 w 12176663"/>
              <a:gd name="connsiteY1977" fmla="*/ 1786523 h 6858001"/>
              <a:gd name="connsiteX1978" fmla="*/ 11651538 w 12176663"/>
              <a:gd name="connsiteY1978" fmla="*/ 1776328 h 6858001"/>
              <a:gd name="connsiteX1979" fmla="*/ 11638720 w 12176663"/>
              <a:gd name="connsiteY1979" fmla="*/ 1774537 h 6858001"/>
              <a:gd name="connsiteX1980" fmla="*/ 11628413 w 12176663"/>
              <a:gd name="connsiteY1980" fmla="*/ 1774586 h 6858001"/>
              <a:gd name="connsiteX1981" fmla="*/ 11594176 w 12176663"/>
              <a:gd name="connsiteY1981" fmla="*/ 1795122 h 6858001"/>
              <a:gd name="connsiteX1982" fmla="*/ 11513174 w 12176663"/>
              <a:gd name="connsiteY1982" fmla="*/ 1844125 h 6858001"/>
              <a:gd name="connsiteX1983" fmla="*/ 11476697 w 12176663"/>
              <a:gd name="connsiteY1983" fmla="*/ 1855411 h 6858001"/>
              <a:gd name="connsiteX1984" fmla="*/ 11456081 w 12176663"/>
              <a:gd name="connsiteY1984" fmla="*/ 1855509 h 6858001"/>
              <a:gd name="connsiteX1985" fmla="*/ 11425720 w 12176663"/>
              <a:gd name="connsiteY1985" fmla="*/ 1857969 h 6858001"/>
              <a:gd name="connsiteX1986" fmla="*/ 11413463 w 12176663"/>
              <a:gd name="connsiteY1986" fmla="*/ 1858490 h 6858001"/>
              <a:gd name="connsiteX1987" fmla="*/ 11390069 w 12176663"/>
              <a:gd name="connsiteY1987" fmla="*/ 1864157 h 6858001"/>
              <a:gd name="connsiteX1988" fmla="*/ 11318501 w 12176663"/>
              <a:gd name="connsiteY1988" fmla="*/ 1883945 h 6858001"/>
              <a:gd name="connsiteX1989" fmla="*/ 11289528 w 12176663"/>
              <a:gd name="connsiteY1989" fmla="*/ 1883620 h 6858001"/>
              <a:gd name="connsiteX1990" fmla="*/ 11315409 w 12176663"/>
              <a:gd name="connsiteY1990" fmla="*/ 1862660 h 6858001"/>
              <a:gd name="connsiteX1991" fmla="*/ 11350475 w 12176663"/>
              <a:gd name="connsiteY1991" fmla="*/ 1837028 h 6858001"/>
              <a:gd name="connsiteX1992" fmla="*/ 11374136 w 12176663"/>
              <a:gd name="connsiteY1992" fmla="*/ 1823951 h 6858001"/>
              <a:gd name="connsiteX1993" fmla="*/ 11369385 w 12176663"/>
              <a:gd name="connsiteY1993" fmla="*/ 1812860 h 6858001"/>
              <a:gd name="connsiteX1994" fmla="*/ 11365756 w 12176663"/>
              <a:gd name="connsiteY1994" fmla="*/ 1806395 h 6858001"/>
              <a:gd name="connsiteX1995" fmla="*/ 11311217 w 12176663"/>
              <a:gd name="connsiteY1995" fmla="*/ 1853883 h 6858001"/>
              <a:gd name="connsiteX1996" fmla="*/ 11197614 w 12176663"/>
              <a:gd name="connsiteY1996" fmla="*/ 1896096 h 6858001"/>
              <a:gd name="connsiteX1997" fmla="*/ 11218183 w 12176663"/>
              <a:gd name="connsiteY1997" fmla="*/ 1861734 h 6858001"/>
              <a:gd name="connsiteX1998" fmla="*/ 11294456 w 12176663"/>
              <a:gd name="connsiteY1998" fmla="*/ 1818773 h 6858001"/>
              <a:gd name="connsiteX1999" fmla="*/ 11338172 w 12176663"/>
              <a:gd name="connsiteY1999" fmla="*/ 1803286 h 6858001"/>
              <a:gd name="connsiteX2000" fmla="*/ 11326744 w 12176663"/>
              <a:gd name="connsiteY2000" fmla="*/ 1798710 h 6858001"/>
              <a:gd name="connsiteX2001" fmla="*/ 11352915 w 12176663"/>
              <a:gd name="connsiteY2001" fmla="*/ 1787473 h 6858001"/>
              <a:gd name="connsiteX2002" fmla="*/ 11361005 w 12176663"/>
              <a:gd name="connsiteY2002" fmla="*/ 1795305 h 6858001"/>
              <a:gd name="connsiteX2003" fmla="*/ 11364635 w 12176663"/>
              <a:gd name="connsiteY2003" fmla="*/ 1801770 h 6858001"/>
              <a:gd name="connsiteX2004" fmla="*/ 11381620 w 12176663"/>
              <a:gd name="connsiteY2004" fmla="*/ 1795207 h 6858001"/>
              <a:gd name="connsiteX2005" fmla="*/ 11450386 w 12176663"/>
              <a:gd name="connsiteY2005" fmla="*/ 1763858 h 6858001"/>
              <a:gd name="connsiteX2006" fmla="*/ 11439810 w 12176663"/>
              <a:gd name="connsiteY2006" fmla="*/ 1771317 h 6858001"/>
              <a:gd name="connsiteX2007" fmla="*/ 11426456 w 12176663"/>
              <a:gd name="connsiteY2007" fmla="*/ 1784344 h 6858001"/>
              <a:gd name="connsiteX2008" fmla="*/ 11442612 w 12176663"/>
              <a:gd name="connsiteY2008" fmla="*/ 1782878 h 6858001"/>
              <a:gd name="connsiteX2009" fmla="*/ 11470441 w 12176663"/>
              <a:gd name="connsiteY2009" fmla="*/ 1761447 h 6858001"/>
              <a:gd name="connsiteX2010" fmla="*/ 11512455 w 12176663"/>
              <a:gd name="connsiteY2010" fmla="*/ 1721890 h 6858001"/>
              <a:gd name="connsiteX2011" fmla="*/ 11560876 w 12176663"/>
              <a:gd name="connsiteY2011" fmla="*/ 1683228 h 6858001"/>
              <a:gd name="connsiteX2012" fmla="*/ 11553346 w 12176663"/>
              <a:gd name="connsiteY2012" fmla="*/ 1677708 h 6858001"/>
              <a:gd name="connsiteX2013" fmla="*/ 11529929 w 12176663"/>
              <a:gd name="connsiteY2013" fmla="*/ 1666244 h 6858001"/>
              <a:gd name="connsiteX2014" fmla="*/ 11544673 w 12176663"/>
              <a:gd name="connsiteY2014" fmla="*/ 1650431 h 6858001"/>
              <a:gd name="connsiteX2018" fmla="*/ 11554129 w 12176663"/>
              <a:gd name="connsiteY2018" fmla="*/ 1638347 h 6858001"/>
              <a:gd name="connsiteX2018" fmla="*/ 11558274 w 12176663"/>
              <a:gd name="connsiteY2018" fmla="*/ 1612862 h 6858001"/>
              <a:gd name="connsiteX2018" fmla="*/ 11567998 w 12176663"/>
              <a:gd name="connsiteY2018" fmla="*/ 1593368 h 6858001"/>
              <a:gd name="connsiteX2018" fmla="*/ 11549892 w 12176663"/>
              <a:gd name="connsiteY2018" fmla="*/ 1595306 h 6858001"/>
              <a:gd name="connsiteX2019" fmla="*/ 11537344 w 12176663"/>
              <a:gd name="connsiteY2019" fmla="*/ 1586105 h 6858001"/>
              <a:gd name="connsiteX2020" fmla="*/ 11552087 w 12176663"/>
              <a:gd name="connsiteY2020" fmla="*/ 1570292 h 6858001"/>
              <a:gd name="connsiteX2021" fmla="*/ 11565442 w 12176663"/>
              <a:gd name="connsiteY2021" fmla="*/ 1557264 h 6858001"/>
              <a:gd name="connsiteX2022" fmla="*/ 11547337 w 12176663"/>
              <a:gd name="connsiteY2022" fmla="*/ 1559202 h 6858001"/>
              <a:gd name="connsiteX2023" fmla="*/ 11529523 w 12176663"/>
              <a:gd name="connsiteY2023" fmla="*/ 1570862 h 6858001"/>
              <a:gd name="connsiteX2024" fmla="*/ 11509515 w 12176663"/>
              <a:gd name="connsiteY2024" fmla="*/ 1607537 h 6858001"/>
              <a:gd name="connsiteX2025" fmla="*/ 11512585 w 12176663"/>
              <a:gd name="connsiteY2025" fmla="*/ 1611690 h 6858001"/>
              <a:gd name="connsiteX2026" fmla="*/ 11527352 w 12176663"/>
              <a:gd name="connsiteY2026" fmla="*/ 1613009 h 6858001"/>
              <a:gd name="connsiteX2027" fmla="*/ 11518724 w 12176663"/>
              <a:gd name="connsiteY2027" fmla="*/ 1619995 h 6858001"/>
              <a:gd name="connsiteX2028" fmla="*/ 11515386 w 12176663"/>
              <a:gd name="connsiteY2028" fmla="*/ 1623252 h 6858001"/>
              <a:gd name="connsiteX2029" fmla="*/ 11505931 w 12176663"/>
              <a:gd name="connsiteY2029" fmla="*/ 1635335 h 6858001"/>
              <a:gd name="connsiteX2030" fmla="*/ 11501764 w 12176663"/>
              <a:gd name="connsiteY2030" fmla="*/ 1643689 h 6858001"/>
              <a:gd name="connsiteX2031" fmla="*/ 11498156 w 12176663"/>
              <a:gd name="connsiteY2031" fmla="*/ 1654356 h 6858001"/>
              <a:gd name="connsiteX2032" fmla="*/ 11477272 w 12176663"/>
              <a:gd name="connsiteY2032" fmla="*/ 1661864 h 6858001"/>
              <a:gd name="connsiteX2033" fmla="*/ 11452513 w 12176663"/>
              <a:gd name="connsiteY2033" fmla="*/ 1687448 h 6858001"/>
              <a:gd name="connsiteX2034" fmla="*/ 11433871 w 12176663"/>
              <a:gd name="connsiteY2034" fmla="*/ 1704206 h 6858001"/>
              <a:gd name="connsiteX2035" fmla="*/ 11406580 w 12176663"/>
              <a:gd name="connsiteY2035" fmla="*/ 1710818 h 6858001"/>
              <a:gd name="connsiteX2036" fmla="*/ 11383186 w 12176663"/>
              <a:gd name="connsiteY2036" fmla="*/ 1716486 h 6858001"/>
              <a:gd name="connsiteX2037" fmla="*/ 11385673 w 12176663"/>
              <a:gd name="connsiteY2037" fmla="*/ 1701194 h 6858001"/>
              <a:gd name="connsiteX2038" fmla="*/ 11373147 w 12176663"/>
              <a:gd name="connsiteY2038" fmla="*/ 1709125 h 6858001"/>
              <a:gd name="connsiteX2039" fmla="*/ 11356723 w 12176663"/>
              <a:gd name="connsiteY2039" fmla="*/ 1718001 h 6858001"/>
              <a:gd name="connsiteX2040" fmla="*/ 11380922 w 12176663"/>
              <a:gd name="connsiteY2040" fmla="*/ 1690104 h 6858001"/>
              <a:gd name="connsiteX2041" fmla="*/ 11398175 w 12176663"/>
              <a:gd name="connsiteY2041" fmla="*/ 1676131 h 6858001"/>
              <a:gd name="connsiteX2042" fmla="*/ 11394813 w 12176663"/>
              <a:gd name="connsiteY2042" fmla="*/ 1662256 h 6858001"/>
              <a:gd name="connsiteX2043" fmla="*/ 11386747 w 12176663"/>
              <a:gd name="connsiteY2043" fmla="*/ 1671555 h 6858001"/>
              <a:gd name="connsiteX2044" fmla="*/ 11359747 w 12176663"/>
              <a:gd name="connsiteY2044" fmla="*/ 1687890 h 6858001"/>
              <a:gd name="connsiteX2045" fmla="*/ 11330797 w 12176663"/>
              <a:gd name="connsiteY2045" fmla="*/ 1704696 h 6858001"/>
              <a:gd name="connsiteX2046" fmla="*/ 11281816 w 12176663"/>
              <a:gd name="connsiteY2046" fmla="*/ 1741046 h 6858001"/>
              <a:gd name="connsiteX2047" fmla="*/ 11289591 w 12176663"/>
              <a:gd name="connsiteY2047" fmla="*/ 1722024 h 6858001"/>
              <a:gd name="connsiteX2048" fmla="*/ 11316591 w 12176663"/>
              <a:gd name="connsiteY2048" fmla="*/ 1705690 h 6858001"/>
              <a:gd name="connsiteX2049" fmla="*/ 11299315 w 12176663"/>
              <a:gd name="connsiteY2049" fmla="*/ 1702531 h 6858001"/>
              <a:gd name="connsiteX2050" fmla="*/ 11256427 w 12176663"/>
              <a:gd name="connsiteY2050" fmla="*/ 1712921 h 6858001"/>
              <a:gd name="connsiteX2051" fmla="*/ 11243051 w 12176663"/>
              <a:gd name="connsiteY2051" fmla="*/ 1708817 h 6858001"/>
              <a:gd name="connsiteX2052" fmla="*/ 11226895 w 12176663"/>
              <a:gd name="connsiteY2052" fmla="*/ 1710284 h 6858001"/>
              <a:gd name="connsiteX2053" fmla="*/ 11231891 w 12176663"/>
              <a:gd name="connsiteY2053" fmla="*/ 1696832 h 6858001"/>
              <a:gd name="connsiteX2054" fmla="*/ 11249997 w 12176663"/>
              <a:gd name="connsiteY2054" fmla="*/ 1694894 h 6858001"/>
              <a:gd name="connsiteX2055" fmla="*/ 11271439 w 12176663"/>
              <a:gd name="connsiteY2055" fmla="*/ 1689699 h 6858001"/>
              <a:gd name="connsiteX2056" fmla="*/ 11304580 w 12176663"/>
              <a:gd name="connsiteY2056" fmla="*/ 1681670 h 6858001"/>
              <a:gd name="connsiteX2057" fmla="*/ 11323514 w 12176663"/>
              <a:gd name="connsiteY2057" fmla="*/ 1674634 h 6858001"/>
              <a:gd name="connsiteX2058" fmla="*/ 11371689 w 12176663"/>
              <a:gd name="connsiteY2058" fmla="*/ 1660514 h 6858001"/>
              <a:gd name="connsiteX2059" fmla="*/ 11380339 w 12176663"/>
              <a:gd name="connsiteY2059" fmla="*/ 1670660 h 6858001"/>
              <a:gd name="connsiteX2060" fmla="*/ 11377538 w 12176663"/>
              <a:gd name="connsiteY2060" fmla="*/ 1659097 h 6858001"/>
              <a:gd name="connsiteX2061" fmla="*/ 11382242 w 12176663"/>
              <a:gd name="connsiteY2061" fmla="*/ 1635924 h 6858001"/>
              <a:gd name="connsiteX2062" fmla="*/ 11357460 w 12176663"/>
              <a:gd name="connsiteY2062" fmla="*/ 1644376 h 6858001"/>
              <a:gd name="connsiteX2063" fmla="*/ 11308724 w 12176663"/>
              <a:gd name="connsiteY2063" fmla="*/ 1656184 h 6858001"/>
              <a:gd name="connsiteX2064" fmla="*/ 11326538 w 12176663"/>
              <a:gd name="connsiteY2064" fmla="*/ 1644523 h 6858001"/>
              <a:gd name="connsiteX2065" fmla="*/ 11316500 w 12176663"/>
              <a:gd name="connsiteY2065" fmla="*/ 1637163 h 6858001"/>
              <a:gd name="connsiteX2066" fmla="*/ 11352955 w 12176663"/>
              <a:gd name="connsiteY2066" fmla="*/ 1608745 h 6858001"/>
              <a:gd name="connsiteX2067" fmla="*/ 11396379 w 12176663"/>
              <a:gd name="connsiteY2067" fmla="*/ 1583535 h 6858001"/>
              <a:gd name="connsiteX2068" fmla="*/ 11411123 w 12176663"/>
              <a:gd name="connsiteY2068" fmla="*/ 1567722 h 6858001"/>
              <a:gd name="connsiteX2069" fmla="*/ 11420556 w 12176663"/>
              <a:gd name="connsiteY2069" fmla="*/ 1538506 h 6858001"/>
              <a:gd name="connsiteX2070" fmla="*/ 11435253 w 12176663"/>
              <a:gd name="connsiteY2070" fmla="*/ 1488430 h 6858001"/>
              <a:gd name="connsiteX2071" fmla="*/ 11447464 w 12176663"/>
              <a:gd name="connsiteY2071" fmla="*/ 1453645 h 6858001"/>
              <a:gd name="connsiteX2072" fmla="*/ 11433550 w 12176663"/>
              <a:gd name="connsiteY2072" fmla="*/ 1464361 h 6858001"/>
              <a:gd name="connsiteX2073" fmla="*/ 11427141 w 12176663"/>
              <a:gd name="connsiteY2073" fmla="*/ 1463465 h 6858001"/>
              <a:gd name="connsiteX2074" fmla="*/ 11455799 w 12176663"/>
              <a:gd name="connsiteY2074" fmla="*/ 1436936 h 6858001"/>
              <a:gd name="connsiteX2075" fmla="*/ 11486967 w 12176663"/>
              <a:gd name="connsiteY2075" fmla="*/ 1412248 h 6858001"/>
              <a:gd name="connsiteX2076" fmla="*/ 11505318 w 12176663"/>
              <a:gd name="connsiteY2076" fmla="*/ 1385768 h 6858001"/>
              <a:gd name="connsiteX2077" fmla="*/ 11507537 w 12176663"/>
              <a:gd name="connsiteY2077" fmla="*/ 1377886 h 6858001"/>
              <a:gd name="connsiteX2078" fmla="*/ 11480536 w 12176663"/>
              <a:gd name="connsiteY2078" fmla="*/ 1394221 h 6858001"/>
              <a:gd name="connsiteX2079" fmla="*/ 11476076 w 12176663"/>
              <a:gd name="connsiteY2079" fmla="*/ 1392852 h 6858001"/>
              <a:gd name="connsiteX2080" fmla="*/ 11495549 w 12176663"/>
              <a:gd name="connsiteY2080" fmla="*/ 1370998 h 6858001"/>
              <a:gd name="connsiteX2081" fmla="*/ 11437648 w 12176663"/>
              <a:gd name="connsiteY2081" fmla="*/ 1404611 h 6858001"/>
              <a:gd name="connsiteX2082" fmla="*/ 11405360 w 12176663"/>
              <a:gd name="connsiteY2082" fmla="*/ 1424675 h 6858001"/>
              <a:gd name="connsiteX2083" fmla="*/ 11406458 w 12176663"/>
              <a:gd name="connsiteY2083" fmla="*/ 1412168 h 6858001"/>
              <a:gd name="connsiteX2084" fmla="*/ 11398928 w 12176663"/>
              <a:gd name="connsiteY2084" fmla="*/ 1406648 h 6858001"/>
              <a:gd name="connsiteX2085" fmla="*/ 11369150 w 12176663"/>
              <a:gd name="connsiteY2085" fmla="*/ 1428551 h 6858001"/>
              <a:gd name="connsiteX2086" fmla="*/ 11354384 w 12176663"/>
              <a:gd name="connsiteY2086" fmla="*/ 1427232 h 6858001"/>
              <a:gd name="connsiteX2087" fmla="*/ 11355189 w 12176663"/>
              <a:gd name="connsiteY2087" fmla="*/ 1405003 h 6858001"/>
              <a:gd name="connsiteX2088" fmla="*/ 11356534 w 12176663"/>
              <a:gd name="connsiteY2088" fmla="*/ 1367955 h 6858001"/>
              <a:gd name="connsiteX2089" fmla="*/ 11361506 w 12176663"/>
              <a:gd name="connsiteY2089" fmla="*/ 1337371 h 6858001"/>
              <a:gd name="connsiteX2090" fmla="*/ 11366481 w 12176663"/>
              <a:gd name="connsiteY2090" fmla="*/ 1306788 h 6858001"/>
              <a:gd name="connsiteX2091" fmla="*/ 11354223 w 12176663"/>
              <a:gd name="connsiteY2091" fmla="*/ 1307310 h 6858001"/>
              <a:gd name="connsiteX2092" fmla="*/ 11320837 w 12176663"/>
              <a:gd name="connsiteY2092" fmla="*/ 1339880 h 6858001"/>
              <a:gd name="connsiteX2093" fmla="*/ 11288549 w 12176663"/>
              <a:gd name="connsiteY2093" fmla="*/ 1359944 h 6858001"/>
              <a:gd name="connsiteX2094" fmla="*/ 11287406 w 12176663"/>
              <a:gd name="connsiteY2094" fmla="*/ 1338187 h 6858001"/>
              <a:gd name="connsiteX2095" fmla="*/ 11289600 w 12176663"/>
              <a:gd name="connsiteY2095" fmla="*/ 1313173 h 6858001"/>
              <a:gd name="connsiteX2096" fmla="*/ 11281219 w 12176663"/>
              <a:gd name="connsiteY2096" fmla="*/ 1295618 h 6858001"/>
              <a:gd name="connsiteX2097" fmla="*/ 11404862 w 12176663"/>
              <a:gd name="connsiteY2097" fmla="*/ 1260767 h 6858001"/>
              <a:gd name="connsiteX2098" fmla="*/ 11421847 w 12176663"/>
              <a:gd name="connsiteY2098" fmla="*/ 1254203 h 6858001"/>
              <a:gd name="connsiteX2099" fmla="*/ 11331321 w 12176663"/>
              <a:gd name="connsiteY2099" fmla="*/ 1263895 h 6858001"/>
              <a:gd name="connsiteX2100" fmla="*/ 11299570 w 12176663"/>
              <a:gd name="connsiteY2100" fmla="*/ 1269139 h 6858001"/>
              <a:gd name="connsiteX2101" fmla="*/ 11319847 w 12176663"/>
              <a:gd name="connsiteY2101" fmla="*/ 1225055 h 6858001"/>
              <a:gd name="connsiteX2102" fmla="*/ 11329573 w 12176663"/>
              <a:gd name="connsiteY2102" fmla="*/ 1205561 h 6858001"/>
              <a:gd name="connsiteX2103" fmla="*/ 11348752 w 12176663"/>
              <a:gd name="connsiteY2103" fmla="*/ 1173985 h 6858001"/>
              <a:gd name="connsiteX2104" fmla="*/ 11356526 w 12176663"/>
              <a:gd name="connsiteY2104" fmla="*/ 1154963 h 6858001"/>
              <a:gd name="connsiteX2105" fmla="*/ 11344001 w 12176663"/>
              <a:gd name="connsiteY2105" fmla="*/ 1162894 h 6858001"/>
              <a:gd name="connsiteX2106" fmla="*/ 11331767 w 12176663"/>
              <a:gd name="connsiteY2106" fmla="*/ 1180547 h 6858001"/>
              <a:gd name="connsiteX2107" fmla="*/ 11328965 w 12176663"/>
              <a:gd name="connsiteY2107" fmla="*/ 1168985 h 6858001"/>
              <a:gd name="connsiteX2108" fmla="*/ 11364009 w 12176663"/>
              <a:gd name="connsiteY2108" fmla="*/ 1126220 h 6858001"/>
              <a:gd name="connsiteX2109" fmla="*/ 11374295 w 12176663"/>
              <a:gd name="connsiteY2109" fmla="*/ 1109039 h 6858001"/>
              <a:gd name="connsiteX2110" fmla="*/ 11334209 w 12176663"/>
              <a:gd name="connsiteY2110" fmla="*/ 1130992 h 6858001"/>
              <a:gd name="connsiteX2111" fmla="*/ 11326388 w 12176663"/>
              <a:gd name="connsiteY2111" fmla="*/ 1115750 h 6858001"/>
              <a:gd name="connsiteX2112" fmla="*/ 11351976 w 12176663"/>
              <a:gd name="connsiteY2112" fmla="*/ 1085068 h 6858001"/>
              <a:gd name="connsiteX2113" fmla="*/ 11371178 w 12176663"/>
              <a:gd name="connsiteY2113" fmla="*/ 1070624 h 6858001"/>
              <a:gd name="connsiteX2114" fmla="*/ 11367548 w 12176663"/>
              <a:gd name="connsiteY2114" fmla="*/ 1064159 h 6858001"/>
              <a:gd name="connsiteX2115" fmla="*/ 11346351 w 12176663"/>
              <a:gd name="connsiteY2115" fmla="*/ 1044812 h 6858001"/>
              <a:gd name="connsiteX2116" fmla="*/ 11371647 w 12176663"/>
              <a:gd name="connsiteY2116" fmla="*/ 1004408 h 6858001"/>
              <a:gd name="connsiteX2117" fmla="*/ 11410029 w 12176663"/>
              <a:gd name="connsiteY2117" fmla="*/ 958387 h 6858001"/>
              <a:gd name="connsiteX2118" fmla="*/ 11445050 w 12176663"/>
              <a:gd name="connsiteY2118" fmla="*/ 898490 h 6858001"/>
              <a:gd name="connsiteX2119" fmla="*/ 11473056 w 12176663"/>
              <a:gd name="connsiteY2119" fmla="*/ 801122 h 6858001"/>
              <a:gd name="connsiteX2120" fmla="*/ 11417352 w 12176663"/>
              <a:gd name="connsiteY2120" fmla="*/ 809721 h 6858001"/>
              <a:gd name="connsiteX2121" fmla="*/ 11272849 w 12176663"/>
              <a:gd name="connsiteY2121" fmla="*/ 869213 h 6858001"/>
              <a:gd name="connsiteX2122" fmla="*/ 11289810 w 12176663"/>
              <a:gd name="connsiteY2122" fmla="*/ 845518 h 6858001"/>
              <a:gd name="connsiteX2123" fmla="*/ 11317908 w 12176663"/>
              <a:gd name="connsiteY2123" fmla="*/ 816677 h 6858001"/>
              <a:gd name="connsiteX2124" fmla="*/ 11349905 w 12176663"/>
              <a:gd name="connsiteY2124" fmla="*/ 786890 h 6858001"/>
              <a:gd name="connsiteX2125" fmla="*/ 11380512 w 12176663"/>
              <a:gd name="connsiteY2125" fmla="*/ 759889 h 6858001"/>
              <a:gd name="connsiteX2126" fmla="*/ 11367964 w 12176663"/>
              <a:gd name="connsiteY2126" fmla="*/ 750689 h 6858001"/>
              <a:gd name="connsiteX2127" fmla="*/ 11340358 w 12176663"/>
              <a:gd name="connsiteY2127" fmla="*/ 730447 h 6858001"/>
              <a:gd name="connsiteX2128" fmla="*/ 11341970 w 12176663"/>
              <a:gd name="connsiteY2128" fmla="*/ 685988 h 6858001"/>
              <a:gd name="connsiteX2129" fmla="*/ 11350037 w 12176663"/>
              <a:gd name="connsiteY2129" fmla="*/ 676690 h 6858001"/>
              <a:gd name="connsiteX2130" fmla="*/ 11343068 w 12176663"/>
              <a:gd name="connsiteY2130" fmla="*/ 673482 h 6858001"/>
              <a:gd name="connsiteX2131" fmla="*/ 11328301 w 12176663"/>
              <a:gd name="connsiteY2131" fmla="*/ 672163 h 6858001"/>
              <a:gd name="connsiteX2132" fmla="*/ 11323573 w 12176663"/>
              <a:gd name="connsiteY2132" fmla="*/ 678205 h 6858001"/>
              <a:gd name="connsiteX2133" fmla="*/ 11325254 w 12176663"/>
              <a:gd name="connsiteY2133" fmla="*/ 685143 h 6858001"/>
              <a:gd name="connsiteX2134" fmla="*/ 11273763 w 12176663"/>
              <a:gd name="connsiteY2134" fmla="*/ 719651 h 6858001"/>
              <a:gd name="connsiteX2135" fmla="*/ 11032080 w 12176663"/>
              <a:gd name="connsiteY2135" fmla="*/ 812480 h 6858001"/>
              <a:gd name="connsiteX2136" fmla="*/ 10947941 w 12176663"/>
              <a:gd name="connsiteY2136" fmla="*/ 805935 h 6858001"/>
              <a:gd name="connsiteX2137" fmla="*/ 10973215 w 12176663"/>
              <a:gd name="connsiteY2137" fmla="*/ 748399 h 6858001"/>
              <a:gd name="connsiteX2138" fmla="*/ 11076489 w 12176663"/>
              <a:gd name="connsiteY2138" fmla="*/ 689104 h 6858001"/>
              <a:gd name="connsiteX2139" fmla="*/ 11134679 w 12176663"/>
              <a:gd name="connsiteY2139" fmla="*/ 665213 h 6858001"/>
              <a:gd name="connsiteX2140" fmla="*/ 11221305 w 12176663"/>
              <a:gd name="connsiteY2140" fmla="*/ 656467 h 6858001"/>
              <a:gd name="connsiteX2141" fmla="*/ 11253908 w 12176663"/>
              <a:gd name="connsiteY2141" fmla="*/ 663257 h 6858001"/>
              <a:gd name="connsiteX2142" fmla="*/ 11277593 w 12176663"/>
              <a:gd name="connsiteY2142" fmla="*/ 667311 h 6858001"/>
              <a:gd name="connsiteX2143" fmla="*/ 11295429 w 12176663"/>
              <a:gd name="connsiteY2143" fmla="*/ 672783 h 6858001"/>
              <a:gd name="connsiteX2144" fmla="*/ 11299597 w 12176663"/>
              <a:gd name="connsiteY2144" fmla="*/ 664428 h 6858001"/>
              <a:gd name="connsiteX2145" fmla="*/ 11298746 w 12176663"/>
              <a:gd name="connsiteY2145" fmla="*/ 652394 h 6858001"/>
              <a:gd name="connsiteX2146" fmla="*/ 11290656 w 12176663"/>
              <a:gd name="connsiteY2146" fmla="*/ 644561 h 6858001"/>
              <a:gd name="connsiteX2147" fmla="*/ 11306521 w 12176663"/>
              <a:gd name="connsiteY2147" fmla="*/ 633373 h 6858001"/>
              <a:gd name="connsiteX2148" fmla="*/ 11332692 w 12176663"/>
              <a:gd name="connsiteY2148" fmla="*/ 622136 h 6858001"/>
              <a:gd name="connsiteX2149" fmla="*/ 11284784 w 12176663"/>
              <a:gd name="connsiteY2149" fmla="*/ 628846 h 6858001"/>
              <a:gd name="connsiteX2150" fmla="*/ 11208734 w 12176663"/>
              <a:gd name="connsiteY2150" fmla="*/ 630133 h 6858001"/>
              <a:gd name="connsiteX2151" fmla="*/ 11136874 w 12176663"/>
              <a:gd name="connsiteY2151" fmla="*/ 640200 h 6858001"/>
              <a:gd name="connsiteX2152" fmla="*/ 11085607 w 12176663"/>
              <a:gd name="connsiteY2152" fmla="*/ 633035 h 6858001"/>
              <a:gd name="connsiteX2153" fmla="*/ 11039311 w 12176663"/>
              <a:gd name="connsiteY2153" fmla="*/ 595286 h 6858001"/>
              <a:gd name="connsiteX2154" fmla="*/ 10993646 w 12176663"/>
              <a:gd name="connsiteY2154" fmla="*/ 611247 h 6858001"/>
              <a:gd name="connsiteX2155" fmla="*/ 11069627 w 12176663"/>
              <a:gd name="connsiteY2155" fmla="*/ 558564 h 6858001"/>
              <a:gd name="connsiteX2156" fmla="*/ 11061806 w 12176663"/>
              <a:gd name="connsiteY2156" fmla="*/ 543322 h 6858001"/>
              <a:gd name="connsiteX2157" fmla="*/ 10999426 w 12176663"/>
              <a:gd name="connsiteY2157" fmla="*/ 558435 h 6858001"/>
              <a:gd name="connsiteX2158" fmla="*/ 10974911 w 12176663"/>
              <a:gd name="connsiteY2158" fmla="*/ 559478 h 6858001"/>
              <a:gd name="connsiteX2159" fmla="*/ 10942041 w 12176663"/>
              <a:gd name="connsiteY2159" fmla="*/ 560097 h 6858001"/>
              <a:gd name="connsiteX2160" fmla="*/ 10990169 w 12176663"/>
              <a:gd name="connsiteY2160" fmla="*/ 511713 h 6858001"/>
              <a:gd name="connsiteX2161" fmla="*/ 11012419 w 12176663"/>
              <a:gd name="connsiteY2161" fmla="*/ 484289 h 6858001"/>
              <a:gd name="connsiteX2162" fmla="*/ 10983693 w 12176663"/>
              <a:gd name="connsiteY2162" fmla="*/ 459423 h 6858001"/>
              <a:gd name="connsiteX2163" fmla="*/ 10968634 w 12176663"/>
              <a:gd name="connsiteY2163" fmla="*/ 448381 h 6858001"/>
              <a:gd name="connsiteX2164" fmla="*/ 10966583 w 12176663"/>
              <a:gd name="connsiteY2164" fmla="*/ 444709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8" y="connsiteY2018"/>
              </a:cxn>
              <a:cxn ang="0">
                <a:pos x="connsiteX2018" y="connsiteY2018"/>
              </a:cxn>
              <a:cxn ang="0">
                <a:pos x="connsiteX2018" y="connsiteY2018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</a:cxnLst>
            <a:rect l="l" t="t" r="r" b="b"/>
            <a:pathLst>
              <a:path w="12176663" h="6858001">
                <a:moveTo>
                  <a:pt x="12176663" y="0"/>
                </a:moveTo>
                <a:lnTo>
                  <a:pt x="12176663" y="6858001"/>
                </a:lnTo>
                <a:lnTo>
                  <a:pt x="0" y="6858001"/>
                </a:lnTo>
                <a:lnTo>
                  <a:pt x="0" y="1"/>
                </a:lnTo>
                <a:lnTo>
                  <a:pt x="12176663" y="0"/>
                </a:lnTo>
                <a:close/>
                <a:moveTo>
                  <a:pt x="10966583" y="444709"/>
                </a:moveTo>
                <a:cubicBezTo>
                  <a:pt x="10956843" y="446035"/>
                  <a:pt x="10924010" y="462253"/>
                  <a:pt x="10867847" y="492385"/>
                </a:cubicBezTo>
                <a:cubicBezTo>
                  <a:pt x="10840286" y="506407"/>
                  <a:pt x="10831100" y="511081"/>
                  <a:pt x="10823570" y="505561"/>
                </a:cubicBezTo>
                <a:cubicBezTo>
                  <a:pt x="10816042" y="500040"/>
                  <a:pt x="10812144" y="500985"/>
                  <a:pt x="10797399" y="516797"/>
                </a:cubicBezTo>
                <a:cubicBezTo>
                  <a:pt x="10768741" y="543326"/>
                  <a:pt x="10600845" y="608486"/>
                  <a:pt x="10594975" y="592770"/>
                </a:cubicBezTo>
                <a:cubicBezTo>
                  <a:pt x="10593293" y="585833"/>
                  <a:pt x="10631698" y="556943"/>
                  <a:pt x="10654531" y="548963"/>
                </a:cubicBezTo>
                <a:cubicBezTo>
                  <a:pt x="10671515" y="542400"/>
                  <a:pt x="10671515" y="542400"/>
                  <a:pt x="10658699" y="540609"/>
                </a:cubicBezTo>
                <a:cubicBezTo>
                  <a:pt x="10650342" y="540186"/>
                  <a:pt x="10631408" y="547221"/>
                  <a:pt x="10614983" y="556097"/>
                </a:cubicBezTo>
                <a:cubicBezTo>
                  <a:pt x="10599118" y="567285"/>
                  <a:pt x="10549285" y="591598"/>
                  <a:pt x="10505300" y="614496"/>
                </a:cubicBezTo>
                <a:cubicBezTo>
                  <a:pt x="10420669" y="657034"/>
                  <a:pt x="10412871" y="658923"/>
                  <a:pt x="10249950" y="693499"/>
                </a:cubicBezTo>
                <a:cubicBezTo>
                  <a:pt x="10192856" y="704884"/>
                  <a:pt x="10133813" y="716740"/>
                  <a:pt x="10116268" y="720990"/>
                </a:cubicBezTo>
                <a:cubicBezTo>
                  <a:pt x="10100673" y="724769"/>
                  <a:pt x="10072821" y="729069"/>
                  <a:pt x="10054715" y="731007"/>
                </a:cubicBezTo>
                <a:cubicBezTo>
                  <a:pt x="10016556" y="735356"/>
                  <a:pt x="10014606" y="735828"/>
                  <a:pt x="9946938" y="754671"/>
                </a:cubicBezTo>
                <a:cubicBezTo>
                  <a:pt x="9902101" y="765534"/>
                  <a:pt x="9876198" y="769361"/>
                  <a:pt x="9902369" y="758124"/>
                </a:cubicBezTo>
                <a:cubicBezTo>
                  <a:pt x="9908217" y="756707"/>
                  <a:pt x="9915455" y="752506"/>
                  <a:pt x="9914334" y="747881"/>
                </a:cubicBezTo>
                <a:cubicBezTo>
                  <a:pt x="9915163" y="742783"/>
                  <a:pt x="9909314" y="744200"/>
                  <a:pt x="9896790" y="752131"/>
                </a:cubicBezTo>
                <a:cubicBezTo>
                  <a:pt x="9885652" y="757277"/>
                  <a:pt x="9855022" y="767147"/>
                  <a:pt x="9827170" y="771446"/>
                </a:cubicBezTo>
                <a:cubicBezTo>
                  <a:pt x="9755311" y="781512"/>
                  <a:pt x="9731917" y="787179"/>
                  <a:pt x="9736376" y="788548"/>
                </a:cubicBezTo>
                <a:cubicBezTo>
                  <a:pt x="9738886" y="790388"/>
                  <a:pt x="9749193" y="790338"/>
                  <a:pt x="9759501" y="790290"/>
                </a:cubicBezTo>
                <a:cubicBezTo>
                  <a:pt x="9782065" y="789719"/>
                  <a:pt x="9760621" y="794914"/>
                  <a:pt x="9654792" y="818106"/>
                </a:cubicBezTo>
                <a:cubicBezTo>
                  <a:pt x="9615244" y="825240"/>
                  <a:pt x="9565947" y="834734"/>
                  <a:pt x="9544504" y="839930"/>
                </a:cubicBezTo>
                <a:cubicBezTo>
                  <a:pt x="9521111" y="845597"/>
                  <a:pt x="9465967" y="856509"/>
                  <a:pt x="9422519" y="864587"/>
                </a:cubicBezTo>
                <a:cubicBezTo>
                  <a:pt x="9282429" y="891183"/>
                  <a:pt x="9040969" y="942338"/>
                  <a:pt x="8886965" y="979650"/>
                </a:cubicBezTo>
                <a:cubicBezTo>
                  <a:pt x="8855774" y="987207"/>
                  <a:pt x="8822634" y="995236"/>
                  <a:pt x="8814276" y="994813"/>
                </a:cubicBezTo>
                <a:cubicBezTo>
                  <a:pt x="8800070" y="995807"/>
                  <a:pt x="8800070" y="995807"/>
                  <a:pt x="8813985" y="985091"/>
                </a:cubicBezTo>
                <a:cubicBezTo>
                  <a:pt x="8821222" y="980889"/>
                  <a:pt x="8795880" y="987029"/>
                  <a:pt x="8758012" y="1001100"/>
                </a:cubicBezTo>
                <a:cubicBezTo>
                  <a:pt x="8691463" y="1024567"/>
                  <a:pt x="8639657" y="1032222"/>
                  <a:pt x="8640754" y="1019715"/>
                </a:cubicBezTo>
                <a:cubicBezTo>
                  <a:pt x="8642145" y="1016931"/>
                  <a:pt x="8629888" y="1017452"/>
                  <a:pt x="8616802" y="1023071"/>
                </a:cubicBezTo>
                <a:cubicBezTo>
                  <a:pt x="8561949" y="1043705"/>
                  <a:pt x="8419910" y="1070773"/>
                  <a:pt x="8411820" y="1062940"/>
                </a:cubicBezTo>
                <a:cubicBezTo>
                  <a:pt x="8404852" y="1059732"/>
                  <a:pt x="8400393" y="1058364"/>
                  <a:pt x="8394276" y="1067191"/>
                </a:cubicBezTo>
                <a:cubicBezTo>
                  <a:pt x="8388159" y="1076017"/>
                  <a:pt x="8373124" y="1082108"/>
                  <a:pt x="8339423" y="1087825"/>
                </a:cubicBezTo>
                <a:cubicBezTo>
                  <a:pt x="8314081" y="1093965"/>
                  <a:pt x="8277042" y="1102939"/>
                  <a:pt x="8257548" y="1107661"/>
                </a:cubicBezTo>
                <a:cubicBezTo>
                  <a:pt x="8197115" y="1122303"/>
                  <a:pt x="8102154" y="1147758"/>
                  <a:pt x="8037823" y="1163343"/>
                </a:cubicBezTo>
                <a:cubicBezTo>
                  <a:pt x="8004683" y="1171372"/>
                  <a:pt x="7972103" y="1181714"/>
                  <a:pt x="7966815" y="1185444"/>
                </a:cubicBezTo>
                <a:cubicBezTo>
                  <a:pt x="7961527" y="1189173"/>
                  <a:pt x="7959577" y="1189645"/>
                  <a:pt x="7962916" y="1186388"/>
                </a:cubicBezTo>
                <a:cubicBezTo>
                  <a:pt x="7963745" y="1181291"/>
                  <a:pt x="7940352" y="1186958"/>
                  <a:pt x="7909722" y="1196828"/>
                </a:cubicBezTo>
                <a:cubicBezTo>
                  <a:pt x="7847072" y="1219351"/>
                  <a:pt x="7784130" y="1232152"/>
                  <a:pt x="7624254" y="1253749"/>
                </a:cubicBezTo>
                <a:cubicBezTo>
                  <a:pt x="7562702" y="1263765"/>
                  <a:pt x="7469398" y="1279026"/>
                  <a:pt x="7414254" y="1289938"/>
                </a:cubicBezTo>
                <a:cubicBezTo>
                  <a:pt x="7359670" y="1303162"/>
                  <a:pt x="7298678" y="1315491"/>
                  <a:pt x="7278623" y="1317901"/>
                </a:cubicBezTo>
                <a:cubicBezTo>
                  <a:pt x="7261078" y="1322152"/>
                  <a:pt x="7227378" y="1327869"/>
                  <a:pt x="7206494" y="1335377"/>
                </a:cubicBezTo>
                <a:cubicBezTo>
                  <a:pt x="7187000" y="1340100"/>
                  <a:pt x="7151350" y="1346289"/>
                  <a:pt x="7131856" y="1351012"/>
                </a:cubicBezTo>
                <a:cubicBezTo>
                  <a:pt x="7109852" y="1353894"/>
                  <a:pt x="7072813" y="1362868"/>
                  <a:pt x="7046082" y="1371793"/>
                </a:cubicBezTo>
                <a:cubicBezTo>
                  <a:pt x="7007093" y="1381239"/>
                  <a:pt x="7001805" y="1384968"/>
                  <a:pt x="7004046" y="1394217"/>
                </a:cubicBezTo>
                <a:cubicBezTo>
                  <a:pt x="7005727" y="1401155"/>
                  <a:pt x="7014084" y="1401579"/>
                  <a:pt x="7044155" y="1389396"/>
                </a:cubicBezTo>
                <a:cubicBezTo>
                  <a:pt x="7065039" y="1381889"/>
                  <a:pt x="7107925" y="1371499"/>
                  <a:pt x="7141626" y="1365782"/>
                </a:cubicBezTo>
                <a:cubicBezTo>
                  <a:pt x="7175326" y="1360065"/>
                  <a:pt x="7216265" y="1350146"/>
                  <a:pt x="7232420" y="1348681"/>
                </a:cubicBezTo>
                <a:cubicBezTo>
                  <a:pt x="7251915" y="1343958"/>
                  <a:pt x="7262221" y="1343909"/>
                  <a:pt x="7260833" y="1346693"/>
                </a:cubicBezTo>
                <a:cubicBezTo>
                  <a:pt x="7260004" y="1351791"/>
                  <a:pt x="7235221" y="1360244"/>
                  <a:pt x="7205980" y="1367327"/>
                </a:cubicBezTo>
                <a:cubicBezTo>
                  <a:pt x="7176738" y="1374412"/>
                  <a:pt x="7108509" y="1390943"/>
                  <a:pt x="7053925" y="1404167"/>
                </a:cubicBezTo>
                <a:cubicBezTo>
                  <a:pt x="6999341" y="1417392"/>
                  <a:pt x="6935010" y="1432977"/>
                  <a:pt x="6911617" y="1438644"/>
                </a:cubicBezTo>
                <a:cubicBezTo>
                  <a:pt x="6858423" y="1449084"/>
                  <a:pt x="6784345" y="1467031"/>
                  <a:pt x="6646495" y="1502877"/>
                </a:cubicBezTo>
                <a:cubicBezTo>
                  <a:pt x="6589963" y="1516574"/>
                  <a:pt x="6539277" y="1528854"/>
                  <a:pt x="6532869" y="1527958"/>
                </a:cubicBezTo>
                <a:cubicBezTo>
                  <a:pt x="6528970" y="1528903"/>
                  <a:pt x="6522562" y="1528007"/>
                  <a:pt x="6519223" y="1531264"/>
                </a:cubicBezTo>
                <a:cubicBezTo>
                  <a:pt x="6513935" y="1534994"/>
                  <a:pt x="6474117" y="1549537"/>
                  <a:pt x="6429281" y="1560399"/>
                </a:cubicBezTo>
                <a:cubicBezTo>
                  <a:pt x="6409786" y="1565122"/>
                  <a:pt x="6390292" y="1569845"/>
                  <a:pt x="6386953" y="1573103"/>
                </a:cubicBezTo>
                <a:cubicBezTo>
                  <a:pt x="6375258" y="1575937"/>
                  <a:pt x="6188404" y="1630999"/>
                  <a:pt x="6166961" y="1636195"/>
                </a:cubicBezTo>
                <a:cubicBezTo>
                  <a:pt x="6159163" y="1638084"/>
                  <a:pt x="6139668" y="1642807"/>
                  <a:pt x="6126583" y="1648425"/>
                </a:cubicBezTo>
                <a:cubicBezTo>
                  <a:pt x="6112937" y="1651731"/>
                  <a:pt x="6100680" y="1652253"/>
                  <a:pt x="6102069" y="1649468"/>
                </a:cubicBezTo>
                <a:cubicBezTo>
                  <a:pt x="6102899" y="1644371"/>
                  <a:pt x="6106238" y="1641114"/>
                  <a:pt x="6112646" y="1642009"/>
                </a:cubicBezTo>
                <a:cubicBezTo>
                  <a:pt x="6118493" y="1640592"/>
                  <a:pt x="6127680" y="1635919"/>
                  <a:pt x="6132969" y="1632189"/>
                </a:cubicBezTo>
                <a:cubicBezTo>
                  <a:pt x="6144934" y="1621945"/>
                  <a:pt x="6144934" y="1621945"/>
                  <a:pt x="6144934" y="1621945"/>
                </a:cubicBezTo>
                <a:cubicBezTo>
                  <a:pt x="6128778" y="1623412"/>
                  <a:pt x="6128778" y="1623412"/>
                  <a:pt x="6128778" y="1623412"/>
                </a:cubicBezTo>
                <a:cubicBezTo>
                  <a:pt x="6120420" y="1622988"/>
                  <a:pt x="6115132" y="1626718"/>
                  <a:pt x="6115692" y="1629030"/>
                </a:cubicBezTo>
                <a:cubicBezTo>
                  <a:pt x="6121003" y="1642432"/>
                  <a:pt x="5806901" y="1743014"/>
                  <a:pt x="5720834" y="1754073"/>
                </a:cubicBezTo>
                <a:cubicBezTo>
                  <a:pt x="5696881" y="1757428"/>
                  <a:pt x="5667640" y="1764512"/>
                  <a:pt x="5655943" y="1767346"/>
                </a:cubicBezTo>
                <a:cubicBezTo>
                  <a:pt x="5642297" y="1770653"/>
                  <a:pt x="5649535" y="1766451"/>
                  <a:pt x="5673197" y="1753374"/>
                </a:cubicBezTo>
                <a:cubicBezTo>
                  <a:pt x="5695469" y="1743081"/>
                  <a:pt x="5782341" y="1709793"/>
                  <a:pt x="5866435" y="1682075"/>
                </a:cubicBezTo>
                <a:cubicBezTo>
                  <a:pt x="6081678" y="1607893"/>
                  <a:pt x="6124005" y="1595190"/>
                  <a:pt x="6132094" y="1603023"/>
                </a:cubicBezTo>
                <a:cubicBezTo>
                  <a:pt x="6137673" y="1609015"/>
                  <a:pt x="6137673" y="1609015"/>
                  <a:pt x="6135993" y="1602078"/>
                </a:cubicBezTo>
                <a:cubicBezTo>
                  <a:pt x="6134312" y="1595141"/>
                  <a:pt x="6149348" y="1589050"/>
                  <a:pt x="6204759" y="1570729"/>
                </a:cubicBezTo>
                <a:cubicBezTo>
                  <a:pt x="6303060" y="1542018"/>
                  <a:pt x="6396901" y="1511936"/>
                  <a:pt x="6435889" y="1502490"/>
                </a:cubicBezTo>
                <a:cubicBezTo>
                  <a:pt x="6453434" y="1498239"/>
                  <a:pt x="6491863" y="1486481"/>
                  <a:pt x="6522493" y="1476611"/>
                </a:cubicBezTo>
                <a:cubicBezTo>
                  <a:pt x="6572617" y="1462020"/>
                  <a:pt x="6579026" y="1462915"/>
                  <a:pt x="6591575" y="1472116"/>
                </a:cubicBezTo>
                <a:cubicBezTo>
                  <a:pt x="6604123" y="1481317"/>
                  <a:pt x="6604123" y="1481317"/>
                  <a:pt x="6597983" y="1473011"/>
                </a:cubicBezTo>
                <a:cubicBezTo>
                  <a:pt x="6591283" y="1462394"/>
                  <a:pt x="6592672" y="1459609"/>
                  <a:pt x="6643357" y="1447329"/>
                </a:cubicBezTo>
                <a:cubicBezTo>
                  <a:pt x="6730520" y="1423764"/>
                  <a:pt x="6880066" y="1385084"/>
                  <a:pt x="6929362" y="1375589"/>
                </a:cubicBezTo>
                <a:cubicBezTo>
                  <a:pt x="6952755" y="1369921"/>
                  <a:pt x="6997592" y="1359058"/>
                  <a:pt x="7027393" y="1354286"/>
                </a:cubicBezTo>
                <a:cubicBezTo>
                  <a:pt x="7058584" y="1346729"/>
                  <a:pt x="7136561" y="1327837"/>
                  <a:pt x="7205351" y="1313620"/>
                </a:cubicBezTo>
                <a:cubicBezTo>
                  <a:pt x="7432604" y="1263458"/>
                  <a:pt x="7698286" y="1201838"/>
                  <a:pt x="7842543" y="1166588"/>
                </a:cubicBezTo>
                <a:cubicBezTo>
                  <a:pt x="8049182" y="1116524"/>
                  <a:pt x="8073136" y="1113169"/>
                  <a:pt x="8095139" y="1110286"/>
                </a:cubicBezTo>
                <a:cubicBezTo>
                  <a:pt x="8110735" y="1106508"/>
                  <a:pt x="8112685" y="1106035"/>
                  <a:pt x="8099868" y="1104244"/>
                </a:cubicBezTo>
                <a:cubicBezTo>
                  <a:pt x="8091509" y="1103821"/>
                  <a:pt x="8087050" y="1102453"/>
                  <a:pt x="8086490" y="1100141"/>
                </a:cubicBezTo>
                <a:cubicBezTo>
                  <a:pt x="8088439" y="1099669"/>
                  <a:pt x="8119070" y="1089799"/>
                  <a:pt x="8153599" y="1078985"/>
                </a:cubicBezTo>
                <a:cubicBezTo>
                  <a:pt x="8190638" y="1070012"/>
                  <a:pt x="8244662" y="1054475"/>
                  <a:pt x="8275292" y="1044605"/>
                </a:cubicBezTo>
                <a:cubicBezTo>
                  <a:pt x="8303973" y="1035209"/>
                  <a:pt x="8331266" y="1028596"/>
                  <a:pt x="8333774" y="1030436"/>
                </a:cubicBezTo>
                <a:cubicBezTo>
                  <a:pt x="8338234" y="1031805"/>
                  <a:pt x="8396717" y="1017636"/>
                  <a:pt x="8601406" y="968044"/>
                </a:cubicBezTo>
                <a:cubicBezTo>
                  <a:pt x="8700826" y="943956"/>
                  <a:pt x="8757920" y="932573"/>
                  <a:pt x="8816135" y="925813"/>
                </a:cubicBezTo>
                <a:cubicBezTo>
                  <a:pt x="8840648" y="924771"/>
                  <a:pt x="8864041" y="919103"/>
                  <a:pt x="8869328" y="915374"/>
                </a:cubicBezTo>
                <a:cubicBezTo>
                  <a:pt x="8874617" y="911644"/>
                  <a:pt x="8909146" y="900831"/>
                  <a:pt x="8948135" y="891385"/>
                </a:cubicBezTo>
                <a:cubicBezTo>
                  <a:pt x="9014975" y="877639"/>
                  <a:pt x="9104918" y="848503"/>
                  <a:pt x="9084302" y="848601"/>
                </a:cubicBezTo>
                <a:cubicBezTo>
                  <a:pt x="9077894" y="847706"/>
                  <a:pt x="9022750" y="858618"/>
                  <a:pt x="8958419" y="874204"/>
                </a:cubicBezTo>
                <a:cubicBezTo>
                  <a:pt x="8895478" y="887005"/>
                  <a:pt x="8834485" y="899334"/>
                  <a:pt x="8824738" y="901695"/>
                </a:cubicBezTo>
                <a:cubicBezTo>
                  <a:pt x="8814991" y="904057"/>
                  <a:pt x="8799665" y="900425"/>
                  <a:pt x="8790186" y="895378"/>
                </a:cubicBezTo>
                <a:cubicBezTo>
                  <a:pt x="8751151" y="870560"/>
                  <a:pt x="8734435" y="869713"/>
                  <a:pt x="8761213" y="895052"/>
                </a:cubicBezTo>
                <a:cubicBezTo>
                  <a:pt x="8779901" y="912558"/>
                  <a:pt x="8769326" y="920017"/>
                  <a:pt x="8738672" y="912754"/>
                </a:cubicBezTo>
                <a:cubicBezTo>
                  <a:pt x="8721395" y="909595"/>
                  <a:pt x="8707190" y="910589"/>
                  <a:pt x="8682967" y="921354"/>
                </a:cubicBezTo>
                <a:cubicBezTo>
                  <a:pt x="8590807" y="958371"/>
                  <a:pt x="8575212" y="962150"/>
                  <a:pt x="8549017" y="956255"/>
                </a:cubicBezTo>
                <a:cubicBezTo>
                  <a:pt x="8520873" y="950832"/>
                  <a:pt x="8499430" y="956027"/>
                  <a:pt x="8495823" y="966695"/>
                </a:cubicBezTo>
                <a:cubicBezTo>
                  <a:pt x="8494725" y="979201"/>
                  <a:pt x="8486367" y="978778"/>
                  <a:pt x="8482177" y="970001"/>
                </a:cubicBezTo>
                <a:cubicBezTo>
                  <a:pt x="8480497" y="963063"/>
                  <a:pt x="8487173" y="956549"/>
                  <a:pt x="8506107" y="949514"/>
                </a:cubicBezTo>
                <a:cubicBezTo>
                  <a:pt x="8526430" y="939693"/>
                  <a:pt x="8522531" y="940638"/>
                  <a:pt x="8485493" y="949612"/>
                </a:cubicBezTo>
                <a:cubicBezTo>
                  <a:pt x="8458200" y="956224"/>
                  <a:pt x="8430348" y="960523"/>
                  <a:pt x="8423940" y="959628"/>
                </a:cubicBezTo>
                <a:cubicBezTo>
                  <a:pt x="8411123" y="957836"/>
                  <a:pt x="8379372" y="963081"/>
                  <a:pt x="8315601" y="980979"/>
                </a:cubicBezTo>
                <a:cubicBezTo>
                  <a:pt x="8292208" y="986647"/>
                  <a:pt x="8249881" y="999350"/>
                  <a:pt x="8220640" y="1006435"/>
                </a:cubicBezTo>
                <a:cubicBezTo>
                  <a:pt x="8191959" y="1015831"/>
                  <a:pt x="8153530" y="1027589"/>
                  <a:pt x="8134036" y="1032312"/>
                </a:cubicBezTo>
                <a:cubicBezTo>
                  <a:pt x="8011514" y="1071790"/>
                  <a:pt x="7698218" y="1150142"/>
                  <a:pt x="7605474" y="1167715"/>
                </a:cubicBezTo>
                <a:cubicBezTo>
                  <a:pt x="7573723" y="1172960"/>
                  <a:pt x="7522478" y="1182927"/>
                  <a:pt x="7491287" y="1190484"/>
                </a:cubicBezTo>
                <a:cubicBezTo>
                  <a:pt x="7462606" y="1199881"/>
                  <a:pt x="7417209" y="1208432"/>
                  <a:pt x="7395765" y="1213627"/>
                </a:cubicBezTo>
                <a:cubicBezTo>
                  <a:pt x="7373761" y="1216509"/>
                  <a:pt x="7330874" y="1226900"/>
                  <a:pt x="7301632" y="1233984"/>
                </a:cubicBezTo>
                <a:cubicBezTo>
                  <a:pt x="7272392" y="1241068"/>
                  <a:pt x="7230893" y="1248675"/>
                  <a:pt x="7209449" y="1253870"/>
                </a:cubicBezTo>
                <a:cubicBezTo>
                  <a:pt x="7187446" y="1256753"/>
                  <a:pt x="7120605" y="1270498"/>
                  <a:pt x="7060173" y="1285139"/>
                </a:cubicBezTo>
                <a:cubicBezTo>
                  <a:pt x="6999741" y="1299781"/>
                  <a:pt x="6927612" y="1317256"/>
                  <a:pt x="6900320" y="1323868"/>
                </a:cubicBezTo>
                <a:cubicBezTo>
                  <a:pt x="6872468" y="1328168"/>
                  <a:pt x="6816495" y="1344177"/>
                  <a:pt x="6777507" y="1353623"/>
                </a:cubicBezTo>
                <a:cubicBezTo>
                  <a:pt x="6665000" y="1383329"/>
                  <a:pt x="6658592" y="1382433"/>
                  <a:pt x="6657740" y="1370399"/>
                </a:cubicBezTo>
                <a:cubicBezTo>
                  <a:pt x="6657449" y="1360676"/>
                  <a:pt x="6657449" y="1360676"/>
                  <a:pt x="6651891" y="1371815"/>
                </a:cubicBezTo>
                <a:cubicBezTo>
                  <a:pt x="6648285" y="1382482"/>
                  <a:pt x="6639098" y="1387156"/>
                  <a:pt x="6629350" y="1389518"/>
                </a:cubicBezTo>
                <a:cubicBezTo>
                  <a:pt x="6621553" y="1391407"/>
                  <a:pt x="6563631" y="1407889"/>
                  <a:pt x="6499860" y="1425787"/>
                </a:cubicBezTo>
                <a:cubicBezTo>
                  <a:pt x="6380677" y="1462006"/>
                  <a:pt x="6145088" y="1528877"/>
                  <a:pt x="6104151" y="1538795"/>
                </a:cubicBezTo>
                <a:cubicBezTo>
                  <a:pt x="6067111" y="1547769"/>
                  <a:pt x="5940690" y="1588190"/>
                  <a:pt x="5717090" y="1661949"/>
                </a:cubicBezTo>
                <a:cubicBezTo>
                  <a:pt x="5602366" y="1699536"/>
                  <a:pt x="5449213" y="1748883"/>
                  <a:pt x="5374866" y="1774240"/>
                </a:cubicBezTo>
                <a:cubicBezTo>
                  <a:pt x="5288823" y="1802431"/>
                  <a:pt x="5211138" y="1831045"/>
                  <a:pt x="5163253" y="1854887"/>
                </a:cubicBezTo>
                <a:cubicBezTo>
                  <a:pt x="5100335" y="1884820"/>
                  <a:pt x="5085299" y="1890911"/>
                  <a:pt x="5068024" y="1887752"/>
                </a:cubicBezTo>
                <a:cubicBezTo>
                  <a:pt x="5050748" y="1884593"/>
                  <a:pt x="5033763" y="1891156"/>
                  <a:pt x="4948571" y="1931381"/>
                </a:cubicBezTo>
                <a:cubicBezTo>
                  <a:pt x="4894840" y="1956640"/>
                  <a:pt x="4846395" y="1978170"/>
                  <a:pt x="4840547" y="1979586"/>
                </a:cubicBezTo>
                <a:cubicBezTo>
                  <a:pt x="4831361" y="1984261"/>
                  <a:pt x="4829971" y="1987045"/>
                  <a:pt x="4832773" y="1998608"/>
                </a:cubicBezTo>
                <a:cubicBezTo>
                  <a:pt x="4838084" y="2012010"/>
                  <a:pt x="4835305" y="2018580"/>
                  <a:pt x="4824169" y="2022726"/>
                </a:cubicBezTo>
                <a:cubicBezTo>
                  <a:pt x="4804966" y="2037171"/>
                  <a:pt x="4810277" y="2050574"/>
                  <a:pt x="4830040" y="2038441"/>
                </a:cubicBezTo>
                <a:cubicBezTo>
                  <a:pt x="4862329" y="2018377"/>
                  <a:pt x="4935823" y="1980986"/>
                  <a:pt x="4990116" y="1958039"/>
                </a:cubicBezTo>
                <a:cubicBezTo>
                  <a:pt x="5042458" y="1935565"/>
                  <a:pt x="5044408" y="1935093"/>
                  <a:pt x="5031054" y="1948120"/>
                </a:cubicBezTo>
                <a:cubicBezTo>
                  <a:pt x="5022987" y="1957419"/>
                  <a:pt x="5012971" y="1967191"/>
                  <a:pt x="5007123" y="1968608"/>
                </a:cubicBezTo>
                <a:cubicBezTo>
                  <a:pt x="5001275" y="1970025"/>
                  <a:pt x="4980123" y="1984942"/>
                  <a:pt x="4958970" y="1999859"/>
                </a:cubicBezTo>
                <a:cubicBezTo>
                  <a:pt x="4937818" y="2014777"/>
                  <a:pt x="4903021" y="2033000"/>
                  <a:pt x="4884647" y="2042348"/>
                </a:cubicBezTo>
                <a:cubicBezTo>
                  <a:pt x="4835642" y="2061565"/>
                  <a:pt x="4835642" y="2061565"/>
                  <a:pt x="4837323" y="2068503"/>
                </a:cubicBezTo>
                <a:cubicBezTo>
                  <a:pt x="4837883" y="2070815"/>
                  <a:pt x="4851530" y="2067509"/>
                  <a:pt x="4866004" y="2059106"/>
                </a:cubicBezTo>
                <a:cubicBezTo>
                  <a:pt x="4882429" y="2050230"/>
                  <a:pt x="4890226" y="2048341"/>
                  <a:pt x="4885498" y="2054383"/>
                </a:cubicBezTo>
                <a:cubicBezTo>
                  <a:pt x="4880771" y="2060424"/>
                  <a:pt x="4883281" y="2062265"/>
                  <a:pt x="4891638" y="2062688"/>
                </a:cubicBezTo>
                <a:cubicBezTo>
                  <a:pt x="4897486" y="2061271"/>
                  <a:pt x="4896098" y="2064056"/>
                  <a:pt x="4884961" y="2069202"/>
                </a:cubicBezTo>
                <a:cubicBezTo>
                  <a:pt x="4866028" y="2076237"/>
                  <a:pt x="4862711" y="2096626"/>
                  <a:pt x="4880548" y="2102098"/>
                </a:cubicBezTo>
                <a:cubicBezTo>
                  <a:pt x="4904793" y="2108466"/>
                  <a:pt x="4889221" y="2129375"/>
                  <a:pt x="4863026" y="2123480"/>
                </a:cubicBezTo>
                <a:cubicBezTo>
                  <a:pt x="4847699" y="2119849"/>
                  <a:pt x="4839902" y="2121738"/>
                  <a:pt x="4822649" y="2135712"/>
                </a:cubicBezTo>
                <a:cubicBezTo>
                  <a:pt x="4764481" y="2176734"/>
                  <a:pt x="4744449" y="2196277"/>
                  <a:pt x="4745301" y="2208311"/>
                </a:cubicBezTo>
                <a:cubicBezTo>
                  <a:pt x="4748662" y="2222186"/>
                  <a:pt x="4755899" y="2217984"/>
                  <a:pt x="4781488" y="2187302"/>
                </a:cubicBezTo>
                <a:cubicBezTo>
                  <a:pt x="4794842" y="2174274"/>
                  <a:pt x="4812095" y="2160302"/>
                  <a:pt x="4821842" y="2157941"/>
                </a:cubicBezTo>
                <a:cubicBezTo>
                  <a:pt x="4831029" y="2153266"/>
                  <a:pt x="4843555" y="2145336"/>
                  <a:pt x="4852181" y="2138349"/>
                </a:cubicBezTo>
                <a:cubicBezTo>
                  <a:pt x="4867485" y="2124848"/>
                  <a:pt x="4872773" y="2121119"/>
                  <a:pt x="4865267" y="2132730"/>
                </a:cubicBezTo>
                <a:cubicBezTo>
                  <a:pt x="4861099" y="2141084"/>
                  <a:pt x="4861660" y="2143397"/>
                  <a:pt x="4873916" y="2142875"/>
                </a:cubicBezTo>
                <a:cubicBezTo>
                  <a:pt x="4886173" y="2142354"/>
                  <a:pt x="4886173" y="2142354"/>
                  <a:pt x="4871430" y="2158167"/>
                </a:cubicBezTo>
                <a:cubicBezTo>
                  <a:pt x="4865313" y="2166994"/>
                  <a:pt x="4852519" y="2182334"/>
                  <a:pt x="4841943" y="2189793"/>
                </a:cubicBezTo>
                <a:cubicBezTo>
                  <a:pt x="4833876" y="2199092"/>
                  <a:pt x="4821643" y="2216745"/>
                  <a:pt x="4814136" y="2228356"/>
                </a:cubicBezTo>
                <a:cubicBezTo>
                  <a:pt x="4809140" y="2241808"/>
                  <a:pt x="4798295" y="2256676"/>
                  <a:pt x="4793568" y="2262718"/>
                </a:cubicBezTo>
                <a:cubicBezTo>
                  <a:pt x="4774657" y="2286886"/>
                  <a:pt x="4703402" y="2333527"/>
                  <a:pt x="4669433" y="2346654"/>
                </a:cubicBezTo>
                <a:cubicBezTo>
                  <a:pt x="4648550" y="2354161"/>
                  <a:pt x="4628227" y="2363981"/>
                  <a:pt x="4621550" y="2370496"/>
                </a:cubicBezTo>
                <a:cubicBezTo>
                  <a:pt x="4611534" y="2380267"/>
                  <a:pt x="4610145" y="2383051"/>
                  <a:pt x="4619624" y="2388099"/>
                </a:cubicBezTo>
                <a:cubicBezTo>
                  <a:pt x="4627152" y="2393620"/>
                  <a:pt x="4642188" y="2387529"/>
                  <a:pt x="4683394" y="2370201"/>
                </a:cubicBezTo>
                <a:cubicBezTo>
                  <a:pt x="4712904" y="2355707"/>
                  <a:pt x="4739636" y="2346782"/>
                  <a:pt x="4742145" y="2348623"/>
                </a:cubicBezTo>
                <a:cubicBezTo>
                  <a:pt x="4744655" y="2350463"/>
                  <a:pt x="4746896" y="2359713"/>
                  <a:pt x="4749137" y="2368962"/>
                </a:cubicBezTo>
                <a:cubicBezTo>
                  <a:pt x="4749989" y="2380997"/>
                  <a:pt x="4745822" y="2389351"/>
                  <a:pt x="4729397" y="2398226"/>
                </a:cubicBezTo>
                <a:cubicBezTo>
                  <a:pt x="4717432" y="2408471"/>
                  <a:pt x="4710754" y="2414984"/>
                  <a:pt x="4712996" y="2424234"/>
                </a:cubicBezTo>
                <a:cubicBezTo>
                  <a:pt x="4713288" y="2433956"/>
                  <a:pt x="4715798" y="2435797"/>
                  <a:pt x="4724424" y="2428810"/>
                </a:cubicBezTo>
                <a:cubicBezTo>
                  <a:pt x="4736949" y="2420879"/>
                  <a:pt x="4737802" y="2432914"/>
                  <a:pt x="4726957" y="2447782"/>
                </a:cubicBezTo>
                <a:cubicBezTo>
                  <a:pt x="4722228" y="2453823"/>
                  <a:pt x="4718061" y="2462178"/>
                  <a:pt x="4717232" y="2467275"/>
                </a:cubicBezTo>
                <a:cubicBezTo>
                  <a:pt x="4713893" y="2470533"/>
                  <a:pt x="4704438" y="2482616"/>
                  <a:pt x="4693862" y="2490075"/>
                </a:cubicBezTo>
                <a:cubicBezTo>
                  <a:pt x="4680508" y="2503103"/>
                  <a:pt x="4675780" y="2509145"/>
                  <a:pt x="4677192" y="2523492"/>
                </a:cubicBezTo>
                <a:cubicBezTo>
                  <a:pt x="4680285" y="2544776"/>
                  <a:pt x="4690615" y="2561859"/>
                  <a:pt x="4703432" y="2563650"/>
                </a:cubicBezTo>
                <a:cubicBezTo>
                  <a:pt x="4711790" y="2564073"/>
                  <a:pt x="4710401" y="2566857"/>
                  <a:pt x="4695657" y="2582671"/>
                </a:cubicBezTo>
                <a:cubicBezTo>
                  <a:pt x="4679525" y="2601268"/>
                  <a:pt x="4679525" y="2601268"/>
                  <a:pt x="4679525" y="2601268"/>
                </a:cubicBezTo>
                <a:cubicBezTo>
                  <a:pt x="4697898" y="2591921"/>
                  <a:pt x="4697898" y="2591921"/>
                  <a:pt x="4697898" y="2591921"/>
                </a:cubicBezTo>
                <a:cubicBezTo>
                  <a:pt x="4722950" y="2576059"/>
                  <a:pt x="4730478" y="2581579"/>
                  <a:pt x="4722435" y="2608010"/>
                </a:cubicBezTo>
                <a:cubicBezTo>
                  <a:pt x="4718828" y="2618677"/>
                  <a:pt x="4713563" y="2639538"/>
                  <a:pt x="4712465" y="2652045"/>
                </a:cubicBezTo>
                <a:cubicBezTo>
                  <a:pt x="4709978" y="2667336"/>
                  <a:pt x="4701643" y="2684045"/>
                  <a:pt x="4688290" y="2697073"/>
                </a:cubicBezTo>
                <a:cubicBezTo>
                  <a:pt x="4664090" y="2724970"/>
                  <a:pt x="4658241" y="2726387"/>
                  <a:pt x="4641234" y="2715818"/>
                </a:cubicBezTo>
                <a:cubicBezTo>
                  <a:pt x="4621157" y="2701097"/>
                  <a:pt x="4605293" y="2712285"/>
                  <a:pt x="4591961" y="2742445"/>
                </a:cubicBezTo>
                <a:cubicBezTo>
                  <a:pt x="4576972" y="2782799"/>
                  <a:pt x="4583963" y="2803140"/>
                  <a:pt x="4617396" y="2804832"/>
                </a:cubicBezTo>
                <a:cubicBezTo>
                  <a:pt x="4642469" y="2806102"/>
                  <a:pt x="4642469" y="2806102"/>
                  <a:pt x="4642469" y="2806102"/>
                </a:cubicBezTo>
                <a:cubicBezTo>
                  <a:pt x="4608254" y="2843769"/>
                  <a:pt x="4608254" y="2843769"/>
                  <a:pt x="4608254" y="2843769"/>
                </a:cubicBezTo>
                <a:cubicBezTo>
                  <a:pt x="4586005" y="2871194"/>
                  <a:pt x="4575720" y="2888375"/>
                  <a:pt x="4577401" y="2895312"/>
                </a:cubicBezTo>
                <a:cubicBezTo>
                  <a:pt x="4580471" y="2899464"/>
                  <a:pt x="4579373" y="2911971"/>
                  <a:pt x="4575206" y="2920326"/>
                </a:cubicBezTo>
                <a:cubicBezTo>
                  <a:pt x="4570769" y="2936091"/>
                  <a:pt x="4571330" y="2938403"/>
                  <a:pt x="4594723" y="2932735"/>
                </a:cubicBezTo>
                <a:cubicBezTo>
                  <a:pt x="4610879" y="2931269"/>
                  <a:pt x="4623404" y="2923338"/>
                  <a:pt x="4633420" y="2913567"/>
                </a:cubicBezTo>
                <a:cubicBezTo>
                  <a:pt x="4642876" y="2901483"/>
                  <a:pt x="4665148" y="2891190"/>
                  <a:pt x="4687981" y="2883211"/>
                </a:cubicBezTo>
                <a:cubicBezTo>
                  <a:pt x="4725849" y="2869139"/>
                  <a:pt x="4725849" y="2869139"/>
                  <a:pt x="4725849" y="2869139"/>
                </a:cubicBezTo>
                <a:cubicBezTo>
                  <a:pt x="4711105" y="2884953"/>
                  <a:pt x="4711105" y="2884953"/>
                  <a:pt x="4711105" y="2884953"/>
                </a:cubicBezTo>
                <a:cubicBezTo>
                  <a:pt x="4704988" y="2893779"/>
                  <a:pt x="4699992" y="2907231"/>
                  <a:pt x="4701673" y="2914168"/>
                </a:cubicBezTo>
                <a:cubicBezTo>
                  <a:pt x="4708104" y="2932196"/>
                  <a:pt x="4725358" y="2918223"/>
                  <a:pt x="4734790" y="2889007"/>
                </a:cubicBezTo>
                <a:cubicBezTo>
                  <a:pt x="4740884" y="2863049"/>
                  <a:pt x="4745611" y="2857007"/>
                  <a:pt x="4796543" y="2820186"/>
                </a:cubicBezTo>
                <a:cubicBezTo>
                  <a:pt x="4854151" y="2776850"/>
                  <a:pt x="4930715" y="2743611"/>
                  <a:pt x="4934076" y="2757486"/>
                </a:cubicBezTo>
                <a:cubicBezTo>
                  <a:pt x="4935197" y="2762111"/>
                  <a:pt x="4941046" y="2760694"/>
                  <a:pt x="4948283" y="2756493"/>
                </a:cubicBezTo>
                <a:cubicBezTo>
                  <a:pt x="4955520" y="2752291"/>
                  <a:pt x="4959419" y="2751346"/>
                  <a:pt x="4958590" y="2756443"/>
                </a:cubicBezTo>
                <a:cubicBezTo>
                  <a:pt x="4957201" y="2759228"/>
                  <a:pt x="4937438" y="2771360"/>
                  <a:pt x="4915165" y="2781653"/>
                </a:cubicBezTo>
                <a:cubicBezTo>
                  <a:pt x="4869232" y="2805023"/>
                  <a:pt x="4863674" y="2816162"/>
                  <a:pt x="4904052" y="2803932"/>
                </a:cubicBezTo>
                <a:cubicBezTo>
                  <a:pt x="4919647" y="2800153"/>
                  <a:pt x="4938581" y="2793117"/>
                  <a:pt x="4946380" y="2791229"/>
                </a:cubicBezTo>
                <a:cubicBezTo>
                  <a:pt x="4986757" y="2778998"/>
                  <a:pt x="4963386" y="2801797"/>
                  <a:pt x="4894911" y="2842869"/>
                </a:cubicBezTo>
                <a:cubicBezTo>
                  <a:pt x="4852876" y="2865294"/>
                  <a:pt x="4834793" y="2884364"/>
                  <a:pt x="4857626" y="2876384"/>
                </a:cubicBezTo>
                <a:cubicBezTo>
                  <a:pt x="4865424" y="2874495"/>
                  <a:pt x="4881019" y="2870717"/>
                  <a:pt x="4892716" y="2867883"/>
                </a:cubicBezTo>
                <a:cubicBezTo>
                  <a:pt x="4903852" y="2862737"/>
                  <a:pt x="4914989" y="2857590"/>
                  <a:pt x="4913868" y="2852966"/>
                </a:cubicBezTo>
                <a:cubicBezTo>
                  <a:pt x="4916086" y="2845083"/>
                  <a:pt x="4923324" y="2840882"/>
                  <a:pt x="5046943" y="2788898"/>
                </a:cubicBezTo>
                <a:cubicBezTo>
                  <a:pt x="5110983" y="2763589"/>
                  <a:pt x="5141613" y="2753721"/>
                  <a:pt x="5144683" y="2757873"/>
                </a:cubicBezTo>
                <a:cubicBezTo>
                  <a:pt x="5149703" y="2761553"/>
                  <a:pt x="5144414" y="2765283"/>
                  <a:pt x="5133278" y="2770430"/>
                </a:cubicBezTo>
                <a:cubicBezTo>
                  <a:pt x="5121581" y="2773263"/>
                  <a:pt x="5114905" y="2779777"/>
                  <a:pt x="5115465" y="2782089"/>
                </a:cubicBezTo>
                <a:cubicBezTo>
                  <a:pt x="5116585" y="2786714"/>
                  <a:pt x="5121045" y="2788082"/>
                  <a:pt x="5124943" y="2787138"/>
                </a:cubicBezTo>
                <a:cubicBezTo>
                  <a:pt x="5126893" y="2786665"/>
                  <a:pt x="5128842" y="2786194"/>
                  <a:pt x="5128013" y="2791290"/>
                </a:cubicBezTo>
                <a:cubicBezTo>
                  <a:pt x="5125234" y="2796860"/>
                  <a:pt x="5045331" y="2833357"/>
                  <a:pt x="4910575" y="2890486"/>
                </a:cubicBezTo>
                <a:cubicBezTo>
                  <a:pt x="4844586" y="2916266"/>
                  <a:pt x="4811738" y="2934018"/>
                  <a:pt x="4807010" y="2940060"/>
                </a:cubicBezTo>
                <a:cubicBezTo>
                  <a:pt x="4801454" y="2951198"/>
                  <a:pt x="4803403" y="2950726"/>
                  <a:pt x="4830135" y="2941802"/>
                </a:cubicBezTo>
                <a:cubicBezTo>
                  <a:pt x="4893345" y="2921591"/>
                  <a:pt x="4901143" y="2919701"/>
                  <a:pt x="4900314" y="2924799"/>
                </a:cubicBezTo>
                <a:cubicBezTo>
                  <a:pt x="4897268" y="2937777"/>
                  <a:pt x="4910913" y="2934471"/>
                  <a:pt x="4942641" y="2912095"/>
                </a:cubicBezTo>
                <a:cubicBezTo>
                  <a:pt x="4981045" y="2883205"/>
                  <a:pt x="5074596" y="2843403"/>
                  <a:pt x="5145604" y="2821303"/>
                </a:cubicBezTo>
                <a:cubicBezTo>
                  <a:pt x="5189880" y="2808128"/>
                  <a:pt x="5197678" y="2806239"/>
                  <a:pt x="5181814" y="2817427"/>
                </a:cubicBezTo>
                <a:cubicBezTo>
                  <a:pt x="5170678" y="2822573"/>
                  <a:pt x="5146187" y="2840747"/>
                  <a:pt x="5124474" y="2853353"/>
                </a:cubicBezTo>
                <a:cubicBezTo>
                  <a:pt x="5102762" y="2865957"/>
                  <a:pt x="5071863" y="2883237"/>
                  <a:pt x="5052929" y="2890272"/>
                </a:cubicBezTo>
                <a:cubicBezTo>
                  <a:pt x="5033995" y="2897307"/>
                  <a:pt x="5012283" y="2909913"/>
                  <a:pt x="5001707" y="2917371"/>
                </a:cubicBezTo>
                <a:cubicBezTo>
                  <a:pt x="4985014" y="2933656"/>
                  <a:pt x="4985014" y="2933656"/>
                  <a:pt x="4985014" y="2933656"/>
                </a:cubicBezTo>
                <a:cubicBezTo>
                  <a:pt x="5010916" y="2929829"/>
                  <a:pt x="5010916" y="2929829"/>
                  <a:pt x="5010916" y="2929829"/>
                </a:cubicBezTo>
                <a:cubicBezTo>
                  <a:pt x="5034870" y="2926474"/>
                  <a:pt x="5036819" y="2926001"/>
                  <a:pt x="5026243" y="2933460"/>
                </a:cubicBezTo>
                <a:cubicBezTo>
                  <a:pt x="5016228" y="2943231"/>
                  <a:pt x="5016228" y="2943231"/>
                  <a:pt x="5034332" y="2941293"/>
                </a:cubicBezTo>
                <a:cubicBezTo>
                  <a:pt x="5054948" y="2941195"/>
                  <a:pt x="5054948" y="2941195"/>
                  <a:pt x="5025997" y="2958002"/>
                </a:cubicBezTo>
                <a:cubicBezTo>
                  <a:pt x="4980624" y="2983684"/>
                  <a:pt x="4989542" y="2986420"/>
                  <a:pt x="5041324" y="2961633"/>
                </a:cubicBezTo>
                <a:cubicBezTo>
                  <a:pt x="5089769" y="2940104"/>
                  <a:pt x="5089769" y="2940104"/>
                  <a:pt x="5089769" y="2940104"/>
                </a:cubicBezTo>
                <a:cubicBezTo>
                  <a:pt x="5059989" y="2962007"/>
                  <a:pt x="5059989" y="2962007"/>
                  <a:pt x="5059989" y="2962007"/>
                </a:cubicBezTo>
                <a:cubicBezTo>
                  <a:pt x="5044126" y="2973195"/>
                  <a:pt x="5032160" y="2983439"/>
                  <a:pt x="5032720" y="2985751"/>
                </a:cubicBezTo>
                <a:cubicBezTo>
                  <a:pt x="5034670" y="2985279"/>
                  <a:pt x="5073927" y="2968423"/>
                  <a:pt x="5120422" y="2947366"/>
                </a:cubicBezTo>
                <a:cubicBezTo>
                  <a:pt x="5206174" y="2909453"/>
                  <a:pt x="5206174" y="2909453"/>
                  <a:pt x="5206174" y="2909453"/>
                </a:cubicBezTo>
                <a:cubicBezTo>
                  <a:pt x="5243236" y="2917611"/>
                  <a:pt x="5243236" y="2917611"/>
                  <a:pt x="5243236" y="2917611"/>
                </a:cubicBezTo>
                <a:cubicBezTo>
                  <a:pt x="5280298" y="2925769"/>
                  <a:pt x="5280298" y="2925769"/>
                  <a:pt x="5280298" y="2925769"/>
                </a:cubicBezTo>
                <a:cubicBezTo>
                  <a:pt x="5222106" y="2949661"/>
                  <a:pt x="5222106" y="2949661"/>
                  <a:pt x="5222106" y="2949661"/>
                </a:cubicBezTo>
                <a:cubicBezTo>
                  <a:pt x="5190088" y="2962315"/>
                  <a:pt x="5169763" y="2972134"/>
                  <a:pt x="5179510" y="2969773"/>
                </a:cubicBezTo>
                <a:cubicBezTo>
                  <a:pt x="5191767" y="2969251"/>
                  <a:pt x="5194277" y="2971092"/>
                  <a:pt x="5188989" y="2974821"/>
                </a:cubicBezTo>
                <a:cubicBezTo>
                  <a:pt x="5178973" y="2984592"/>
                  <a:pt x="5090712" y="3020665"/>
                  <a:pt x="5083744" y="3017457"/>
                </a:cubicBezTo>
                <a:cubicBezTo>
                  <a:pt x="5078724" y="3013777"/>
                  <a:pt x="5104895" y="3002539"/>
                  <a:pt x="5137475" y="2992198"/>
                </a:cubicBezTo>
                <a:cubicBezTo>
                  <a:pt x="5149171" y="2989364"/>
                  <a:pt x="5158358" y="2984691"/>
                  <a:pt x="5157239" y="2980065"/>
                </a:cubicBezTo>
                <a:cubicBezTo>
                  <a:pt x="5150807" y="2962038"/>
                  <a:pt x="5041124" y="3020437"/>
                  <a:pt x="5027233" y="3048285"/>
                </a:cubicBezTo>
                <a:cubicBezTo>
                  <a:pt x="5017508" y="3067779"/>
                  <a:pt x="5026987" y="3072827"/>
                  <a:pt x="5041731" y="3057014"/>
                </a:cubicBezTo>
                <a:cubicBezTo>
                  <a:pt x="5050357" y="3050027"/>
                  <a:pt x="5060933" y="3042568"/>
                  <a:pt x="5068731" y="3040679"/>
                </a:cubicBezTo>
                <a:cubicBezTo>
                  <a:pt x="5079038" y="3040631"/>
                  <a:pt x="5077089" y="3041103"/>
                  <a:pt x="5064003" y="3046721"/>
                </a:cubicBezTo>
                <a:cubicBezTo>
                  <a:pt x="5052867" y="3051868"/>
                  <a:pt x="5050088" y="3057437"/>
                  <a:pt x="5051770" y="3064374"/>
                </a:cubicBezTo>
                <a:cubicBezTo>
                  <a:pt x="5054570" y="3075937"/>
                  <a:pt x="5062929" y="3076360"/>
                  <a:pt x="5122240" y="3057094"/>
                </a:cubicBezTo>
                <a:cubicBezTo>
                  <a:pt x="5161228" y="3047648"/>
                  <a:pt x="5194368" y="3039618"/>
                  <a:pt x="5197439" y="3043772"/>
                </a:cubicBezTo>
                <a:cubicBezTo>
                  <a:pt x="5201898" y="3045139"/>
                  <a:pt x="5192711" y="3049813"/>
                  <a:pt x="5167929" y="3058266"/>
                </a:cubicBezTo>
                <a:cubicBezTo>
                  <a:pt x="5146485" y="3063461"/>
                  <a:pt x="5094702" y="3088247"/>
                  <a:pt x="5050717" y="3111145"/>
                </a:cubicBezTo>
                <a:cubicBezTo>
                  <a:pt x="5004783" y="3134515"/>
                  <a:pt x="4961628" y="3152315"/>
                  <a:pt x="4955779" y="3153732"/>
                </a:cubicBezTo>
                <a:cubicBezTo>
                  <a:pt x="4943521" y="3154253"/>
                  <a:pt x="4941573" y="3154726"/>
                  <a:pt x="4948834" y="3167656"/>
                </a:cubicBezTo>
                <a:cubicBezTo>
                  <a:pt x="4955533" y="3178274"/>
                  <a:pt x="4955533" y="3178274"/>
                  <a:pt x="4931312" y="3189038"/>
                </a:cubicBezTo>
                <a:cubicBezTo>
                  <a:pt x="4912378" y="3196074"/>
                  <a:pt x="4905140" y="3200275"/>
                  <a:pt x="4904871" y="3207685"/>
                </a:cubicBezTo>
                <a:cubicBezTo>
                  <a:pt x="4906014" y="3229442"/>
                  <a:pt x="4908525" y="3231282"/>
                  <a:pt x="4928018" y="3226559"/>
                </a:cubicBezTo>
                <a:cubicBezTo>
                  <a:pt x="4951411" y="3220892"/>
                  <a:pt x="4961451" y="3228252"/>
                  <a:pt x="4946147" y="3241753"/>
                </a:cubicBezTo>
                <a:cubicBezTo>
                  <a:pt x="4924166" y="3261767"/>
                  <a:pt x="4984037" y="3244813"/>
                  <a:pt x="5027462" y="3219603"/>
                </a:cubicBezTo>
                <a:cubicBezTo>
                  <a:pt x="5087311" y="3185518"/>
                  <a:pt x="5129907" y="3165405"/>
                  <a:pt x="5132976" y="3169557"/>
                </a:cubicBezTo>
                <a:cubicBezTo>
                  <a:pt x="5134097" y="3174183"/>
                  <a:pt x="5129369" y="3180225"/>
                  <a:pt x="5124082" y="3183953"/>
                </a:cubicBezTo>
                <a:cubicBezTo>
                  <a:pt x="5118793" y="3187684"/>
                  <a:pt x="5116575" y="3195566"/>
                  <a:pt x="5120765" y="3204343"/>
                </a:cubicBezTo>
                <a:cubicBezTo>
                  <a:pt x="5123567" y="3215905"/>
                  <a:pt x="5121617" y="3216377"/>
                  <a:pt x="5057579" y="3241686"/>
                </a:cubicBezTo>
                <a:cubicBezTo>
                  <a:pt x="4996877" y="3263737"/>
                  <a:pt x="4991029" y="3265154"/>
                  <a:pt x="4997169" y="3273458"/>
                </a:cubicBezTo>
                <a:cubicBezTo>
                  <a:pt x="5003309" y="3281763"/>
                  <a:pt x="5009157" y="3280346"/>
                  <a:pt x="5053702" y="3259762"/>
                </a:cubicBezTo>
                <a:cubicBezTo>
                  <a:pt x="5163676" y="3211084"/>
                  <a:pt x="5186508" y="3203104"/>
                  <a:pt x="5173983" y="3211035"/>
                </a:cubicBezTo>
                <a:cubicBezTo>
                  <a:pt x="5166746" y="3215237"/>
                  <a:pt x="5149492" y="3229210"/>
                  <a:pt x="5131679" y="3240870"/>
                </a:cubicBezTo>
                <a:cubicBezTo>
                  <a:pt x="5116376" y="3254371"/>
                  <a:pt x="5089375" y="3270705"/>
                  <a:pt x="5072390" y="3277268"/>
                </a:cubicBezTo>
                <a:cubicBezTo>
                  <a:pt x="5039810" y="3287609"/>
                  <a:pt x="4968556" y="3334251"/>
                  <a:pt x="4961051" y="3345862"/>
                </a:cubicBezTo>
                <a:cubicBezTo>
                  <a:pt x="4958272" y="3351432"/>
                  <a:pt x="4946307" y="3361675"/>
                  <a:pt x="4931833" y="3370078"/>
                </a:cubicBezTo>
                <a:cubicBezTo>
                  <a:pt x="4906221" y="3383628"/>
                  <a:pt x="4904832" y="3386412"/>
                  <a:pt x="4919599" y="3387731"/>
                </a:cubicBezTo>
                <a:cubicBezTo>
                  <a:pt x="4931026" y="3392307"/>
                  <a:pt x="4938264" y="3388106"/>
                  <a:pt x="4968871" y="3361104"/>
                </a:cubicBezTo>
                <a:cubicBezTo>
                  <a:pt x="4987514" y="3344347"/>
                  <a:pt x="5021752" y="3323812"/>
                  <a:pt x="5042075" y="3313991"/>
                </a:cubicBezTo>
                <a:cubicBezTo>
                  <a:pt x="5076872" y="3295767"/>
                  <a:pt x="5076872" y="3295767"/>
                  <a:pt x="5076872" y="3295767"/>
                </a:cubicBezTo>
                <a:cubicBezTo>
                  <a:pt x="5096950" y="3310489"/>
                  <a:pt x="5096950" y="3310489"/>
                  <a:pt x="5096950" y="3310489"/>
                </a:cubicBezTo>
                <a:cubicBezTo>
                  <a:pt x="5113129" y="3326155"/>
                  <a:pt x="5115079" y="3325682"/>
                  <a:pt x="5120635" y="3314543"/>
                </a:cubicBezTo>
                <a:cubicBezTo>
                  <a:pt x="5135356" y="3281598"/>
                  <a:pt x="5264823" y="3228198"/>
                  <a:pt x="5429135" y="3190837"/>
                </a:cubicBezTo>
                <a:cubicBezTo>
                  <a:pt x="5518808" y="3169111"/>
                  <a:pt x="5522708" y="3168166"/>
                  <a:pt x="5531088" y="3185722"/>
                </a:cubicBezTo>
                <a:cubicBezTo>
                  <a:pt x="5538348" y="3198652"/>
                  <a:pt x="5538348" y="3198652"/>
                  <a:pt x="5538348" y="3198652"/>
                </a:cubicBezTo>
                <a:cubicBezTo>
                  <a:pt x="5446458" y="3228260"/>
                  <a:pt x="5446458" y="3228260"/>
                  <a:pt x="5446458" y="3228260"/>
                </a:cubicBezTo>
                <a:cubicBezTo>
                  <a:pt x="5394943" y="3245637"/>
                  <a:pt x="5338970" y="3261645"/>
                  <a:pt x="5318915" y="3264056"/>
                </a:cubicBezTo>
                <a:cubicBezTo>
                  <a:pt x="5281316" y="3270717"/>
                  <a:pt x="5220884" y="3285358"/>
                  <a:pt x="5243448" y="3284788"/>
                </a:cubicBezTo>
                <a:cubicBezTo>
                  <a:pt x="5249297" y="3283371"/>
                  <a:pt x="5255705" y="3284267"/>
                  <a:pt x="5256825" y="3288893"/>
                </a:cubicBezTo>
                <a:cubicBezTo>
                  <a:pt x="5257386" y="3291205"/>
                  <a:pt x="5267693" y="3291155"/>
                  <a:pt x="5277440" y="3288794"/>
                </a:cubicBezTo>
                <a:cubicBezTo>
                  <a:pt x="5286627" y="3284120"/>
                  <a:pt x="5300833" y="3283126"/>
                  <a:pt x="5311140" y="3283078"/>
                </a:cubicBezTo>
                <a:cubicBezTo>
                  <a:pt x="5319499" y="3283501"/>
                  <a:pt x="5347911" y="3281513"/>
                  <a:pt x="5369915" y="3278631"/>
                </a:cubicBezTo>
                <a:cubicBezTo>
                  <a:pt x="5398328" y="3276643"/>
                  <a:pt x="5415043" y="3277489"/>
                  <a:pt x="5416164" y="3282115"/>
                </a:cubicBezTo>
                <a:cubicBezTo>
                  <a:pt x="5420914" y="3293205"/>
                  <a:pt x="5439580" y="3293579"/>
                  <a:pt x="5441238" y="3283384"/>
                </a:cubicBezTo>
                <a:cubicBezTo>
                  <a:pt x="5442335" y="3270877"/>
                  <a:pt x="5547044" y="3243061"/>
                  <a:pt x="5567390" y="3250373"/>
                </a:cubicBezTo>
                <a:cubicBezTo>
                  <a:pt x="5587736" y="3257685"/>
                  <a:pt x="5583568" y="3266039"/>
                  <a:pt x="5559883" y="3261984"/>
                </a:cubicBezTo>
                <a:cubicBezTo>
                  <a:pt x="5534249" y="3258402"/>
                  <a:pt x="5534541" y="3268124"/>
                  <a:pt x="5561026" y="3283740"/>
                </a:cubicBezTo>
                <a:cubicBezTo>
                  <a:pt x="5588902" y="3296573"/>
                  <a:pt x="5588634" y="3303982"/>
                  <a:pt x="5560781" y="3308282"/>
                </a:cubicBezTo>
                <a:cubicBezTo>
                  <a:pt x="5548524" y="3308804"/>
                  <a:pt x="5542116" y="3307908"/>
                  <a:pt x="5544895" y="3302338"/>
                </a:cubicBezTo>
                <a:cubicBezTo>
                  <a:pt x="5552401" y="3290727"/>
                  <a:pt x="5509782" y="3293708"/>
                  <a:pt x="5500327" y="3305792"/>
                </a:cubicBezTo>
                <a:cubicBezTo>
                  <a:pt x="5495599" y="3311833"/>
                  <a:pt x="5488360" y="3316035"/>
                  <a:pt x="5484462" y="3316980"/>
                </a:cubicBezTo>
                <a:cubicBezTo>
                  <a:pt x="5480563" y="3317925"/>
                  <a:pt x="5481953" y="3315139"/>
                  <a:pt x="5487241" y="3311410"/>
                </a:cubicBezTo>
                <a:cubicBezTo>
                  <a:pt x="5497257" y="3301639"/>
                  <a:pt x="5473304" y="3304995"/>
                  <a:pt x="5395887" y="3326199"/>
                </a:cubicBezTo>
                <a:cubicBezTo>
                  <a:pt x="5368594" y="3332811"/>
                  <a:pt x="5346590" y="3335693"/>
                  <a:pt x="5346031" y="3333381"/>
                </a:cubicBezTo>
                <a:cubicBezTo>
                  <a:pt x="5344910" y="3328756"/>
                  <a:pt x="5338501" y="3327861"/>
                  <a:pt x="5333214" y="3331589"/>
                </a:cubicBezTo>
                <a:cubicBezTo>
                  <a:pt x="5321517" y="3334423"/>
                  <a:pt x="5295882" y="3330842"/>
                  <a:pt x="5307019" y="3325696"/>
                </a:cubicBezTo>
                <a:cubicBezTo>
                  <a:pt x="5312867" y="3324278"/>
                  <a:pt x="5292790" y="3309557"/>
                  <a:pt x="5287503" y="3313286"/>
                </a:cubicBezTo>
                <a:cubicBezTo>
                  <a:pt x="5283603" y="3314231"/>
                  <a:pt x="5286673" y="3318384"/>
                  <a:pt x="5291693" y="3322063"/>
                </a:cubicBezTo>
                <a:cubicBezTo>
                  <a:pt x="5301731" y="3329425"/>
                  <a:pt x="5299781" y="3329897"/>
                  <a:pt x="5283626" y="3331363"/>
                </a:cubicBezTo>
                <a:cubicBezTo>
                  <a:pt x="5239618" y="3337129"/>
                  <a:pt x="5228482" y="3342274"/>
                  <a:pt x="5263303" y="3341184"/>
                </a:cubicBezTo>
                <a:cubicBezTo>
                  <a:pt x="5302022" y="3339146"/>
                  <a:pt x="5310941" y="3341882"/>
                  <a:pt x="5297026" y="3352598"/>
                </a:cubicBezTo>
                <a:cubicBezTo>
                  <a:pt x="5291737" y="3356327"/>
                  <a:pt x="5302046" y="3356279"/>
                  <a:pt x="5317081" y="3350187"/>
                </a:cubicBezTo>
                <a:cubicBezTo>
                  <a:pt x="5332676" y="3346410"/>
                  <a:pt x="5352170" y="3341686"/>
                  <a:pt x="5358579" y="3342582"/>
                </a:cubicBezTo>
                <a:cubicBezTo>
                  <a:pt x="5367497" y="3345318"/>
                  <a:pt x="5355800" y="3348151"/>
                  <a:pt x="5327120" y="3357548"/>
                </a:cubicBezTo>
                <a:cubicBezTo>
                  <a:pt x="5293979" y="3365578"/>
                  <a:pt x="5282843" y="3370723"/>
                  <a:pt x="5286472" y="3377188"/>
                </a:cubicBezTo>
                <a:cubicBezTo>
                  <a:pt x="5287593" y="3381814"/>
                  <a:pt x="5282305" y="3385543"/>
                  <a:pt x="5273948" y="3385120"/>
                </a:cubicBezTo>
                <a:cubicBezTo>
                  <a:pt x="5266150" y="3387009"/>
                  <a:pt x="5258912" y="3391210"/>
                  <a:pt x="5259473" y="3393523"/>
                </a:cubicBezTo>
                <a:cubicBezTo>
                  <a:pt x="5258645" y="3398621"/>
                  <a:pt x="5264492" y="3397203"/>
                  <a:pt x="5274239" y="3394842"/>
                </a:cubicBezTo>
                <a:cubicBezTo>
                  <a:pt x="5293173" y="3387806"/>
                  <a:pt x="5307940" y="3389125"/>
                  <a:pt x="5305721" y="3397007"/>
                </a:cubicBezTo>
                <a:cubicBezTo>
                  <a:pt x="5306013" y="3406729"/>
                  <a:pt x="5319099" y="3401111"/>
                  <a:pt x="5323267" y="3392756"/>
                </a:cubicBezTo>
                <a:cubicBezTo>
                  <a:pt x="5324095" y="3387659"/>
                  <a:pt x="5340520" y="3378783"/>
                  <a:pt x="5358893" y="3369436"/>
                </a:cubicBezTo>
                <a:cubicBezTo>
                  <a:pt x="5386455" y="3355414"/>
                  <a:pt x="5392863" y="3356309"/>
                  <a:pt x="5415158" y="3363149"/>
                </a:cubicBezTo>
                <a:cubicBezTo>
                  <a:pt x="5446932" y="3375036"/>
                  <a:pt x="5448612" y="3381974"/>
                  <a:pt x="5423270" y="3388114"/>
                </a:cubicBezTo>
                <a:cubicBezTo>
                  <a:pt x="5394588" y="3397510"/>
                  <a:pt x="5391250" y="3400767"/>
                  <a:pt x="5397390" y="3409073"/>
                </a:cubicBezTo>
                <a:cubicBezTo>
                  <a:pt x="5403530" y="3417379"/>
                  <a:pt x="5396293" y="3421580"/>
                  <a:pt x="5358425" y="3435650"/>
                </a:cubicBezTo>
                <a:cubicBezTo>
                  <a:pt x="5331693" y="3444575"/>
                  <a:pt x="5306082" y="3458125"/>
                  <a:pt x="5299405" y="3464639"/>
                </a:cubicBezTo>
                <a:cubicBezTo>
                  <a:pt x="5292728" y="3471153"/>
                  <a:pt x="5269065" y="3484230"/>
                  <a:pt x="5246793" y="3494523"/>
                </a:cubicBezTo>
                <a:cubicBezTo>
                  <a:pt x="5217284" y="3509016"/>
                  <a:pt x="5206708" y="3516475"/>
                  <a:pt x="5208388" y="3523413"/>
                </a:cubicBezTo>
                <a:cubicBezTo>
                  <a:pt x="5214259" y="3539127"/>
                  <a:pt x="5239602" y="3532987"/>
                  <a:pt x="5277178" y="3509195"/>
                </a:cubicBezTo>
                <a:cubicBezTo>
                  <a:pt x="5302229" y="3493333"/>
                  <a:pt x="5317264" y="3487242"/>
                  <a:pt x="5325622" y="3487665"/>
                </a:cubicBezTo>
                <a:cubicBezTo>
                  <a:pt x="5340949" y="3491297"/>
                  <a:pt x="5347649" y="3501914"/>
                  <a:pt x="5336513" y="3507060"/>
                </a:cubicBezTo>
                <a:cubicBezTo>
                  <a:pt x="5332613" y="3508005"/>
                  <a:pt x="5329836" y="3513575"/>
                  <a:pt x="5330956" y="3518199"/>
                </a:cubicBezTo>
                <a:cubicBezTo>
                  <a:pt x="5335706" y="3529289"/>
                  <a:pt x="5354103" y="3537073"/>
                  <a:pt x="5360780" y="3530559"/>
                </a:cubicBezTo>
                <a:cubicBezTo>
                  <a:pt x="5368847" y="3521260"/>
                  <a:pt x="5439878" y="3516292"/>
                  <a:pt x="5449357" y="3521340"/>
                </a:cubicBezTo>
                <a:cubicBezTo>
                  <a:pt x="5453815" y="3522708"/>
                  <a:pt x="5434613" y="3537153"/>
                  <a:pt x="5407052" y="3551175"/>
                </a:cubicBezTo>
                <a:cubicBezTo>
                  <a:pt x="5359728" y="3577330"/>
                  <a:pt x="5359728" y="3577330"/>
                  <a:pt x="5359728" y="3577330"/>
                </a:cubicBezTo>
                <a:cubicBezTo>
                  <a:pt x="5320718" y="3569644"/>
                  <a:pt x="5320718" y="3569644"/>
                  <a:pt x="5320718" y="3569644"/>
                </a:cubicBezTo>
                <a:cubicBezTo>
                  <a:pt x="5298982" y="3565117"/>
                  <a:pt x="5279756" y="3562430"/>
                  <a:pt x="5280317" y="3564743"/>
                </a:cubicBezTo>
                <a:cubicBezTo>
                  <a:pt x="5276978" y="3568000"/>
                  <a:pt x="5301784" y="3576679"/>
                  <a:pt x="5327418" y="3580261"/>
                </a:cubicBezTo>
                <a:cubicBezTo>
                  <a:pt x="5338285" y="3582525"/>
                  <a:pt x="5347203" y="3585261"/>
                  <a:pt x="5347764" y="3587573"/>
                </a:cubicBezTo>
                <a:cubicBezTo>
                  <a:pt x="5348324" y="3589886"/>
                  <a:pt x="5332460" y="3601074"/>
                  <a:pt x="5313257" y="3615519"/>
                </a:cubicBezTo>
                <a:cubicBezTo>
                  <a:pt x="5292105" y="3630436"/>
                  <a:pt x="5258428" y="3653285"/>
                  <a:pt x="5237836" y="3670515"/>
                </a:cubicBezTo>
                <a:cubicBezTo>
                  <a:pt x="5201380" y="3698932"/>
                  <a:pt x="5201380" y="3698932"/>
                  <a:pt x="5149014" y="3704275"/>
                </a:cubicBezTo>
                <a:cubicBezTo>
                  <a:pt x="5114754" y="3707678"/>
                  <a:pt x="5089971" y="3716131"/>
                  <a:pt x="5077446" y="3724063"/>
                </a:cubicBezTo>
                <a:cubicBezTo>
                  <a:pt x="5048496" y="3740869"/>
                  <a:pt x="5068283" y="3745868"/>
                  <a:pt x="5116457" y="3731748"/>
                </a:cubicBezTo>
                <a:cubicBezTo>
                  <a:pt x="5141240" y="3723296"/>
                  <a:pt x="5165192" y="3719941"/>
                  <a:pt x="5173551" y="3720363"/>
                </a:cubicBezTo>
                <a:cubicBezTo>
                  <a:pt x="5186928" y="3724467"/>
                  <a:pt x="5187488" y="3726780"/>
                  <a:pt x="5162729" y="3752364"/>
                </a:cubicBezTo>
                <a:cubicBezTo>
                  <a:pt x="5147987" y="3768177"/>
                  <a:pt x="5131293" y="3784462"/>
                  <a:pt x="5123494" y="3786351"/>
                </a:cubicBezTo>
                <a:cubicBezTo>
                  <a:pt x="5114308" y="3791026"/>
                  <a:pt x="5110969" y="3794283"/>
                  <a:pt x="5114039" y="3798436"/>
                </a:cubicBezTo>
                <a:cubicBezTo>
                  <a:pt x="5116550" y="3800275"/>
                  <a:pt x="5108214" y="3816984"/>
                  <a:pt x="5095980" y="3834637"/>
                </a:cubicBezTo>
                <a:cubicBezTo>
                  <a:pt x="5081236" y="3850450"/>
                  <a:pt x="5057620" y="3897791"/>
                  <a:pt x="5038733" y="3939090"/>
                </a:cubicBezTo>
                <a:cubicBezTo>
                  <a:pt x="5000956" y="4021688"/>
                  <a:pt x="4965935" y="4081585"/>
                  <a:pt x="4957846" y="4073751"/>
                </a:cubicBezTo>
                <a:cubicBezTo>
                  <a:pt x="4954776" y="4069599"/>
                  <a:pt x="4948659" y="4078426"/>
                  <a:pt x="4948122" y="4093245"/>
                </a:cubicBezTo>
                <a:cubicBezTo>
                  <a:pt x="4942319" y="4128926"/>
                  <a:pt x="4899838" y="4234698"/>
                  <a:pt x="4887313" y="4242629"/>
                </a:cubicBezTo>
                <a:cubicBezTo>
                  <a:pt x="4880076" y="4246830"/>
                  <a:pt x="4879246" y="4251928"/>
                  <a:pt x="4885117" y="4267642"/>
                </a:cubicBezTo>
                <a:cubicBezTo>
                  <a:pt x="4889601" y="4286143"/>
                  <a:pt x="4882409" y="4324608"/>
                  <a:pt x="4864372" y="4377941"/>
                </a:cubicBezTo>
                <a:cubicBezTo>
                  <a:pt x="4856329" y="4404371"/>
                  <a:pt x="4858570" y="4413622"/>
                  <a:pt x="4886782" y="4470439"/>
                </a:cubicBezTo>
                <a:cubicBezTo>
                  <a:pt x="4894042" y="4483369"/>
                  <a:pt x="4894334" y="4493091"/>
                  <a:pt x="4890458" y="4511168"/>
                </a:cubicBezTo>
                <a:cubicBezTo>
                  <a:pt x="4884633" y="4529716"/>
                  <a:pt x="4883804" y="4534813"/>
                  <a:pt x="4893282" y="4539862"/>
                </a:cubicBezTo>
                <a:cubicBezTo>
                  <a:pt x="4905270" y="4546751"/>
                  <a:pt x="4911119" y="4545334"/>
                  <a:pt x="4917773" y="4521688"/>
                </a:cubicBezTo>
                <a:cubicBezTo>
                  <a:pt x="4922769" y="4508236"/>
                  <a:pt x="4927497" y="4502194"/>
                  <a:pt x="4936416" y="4504930"/>
                </a:cubicBezTo>
                <a:cubicBezTo>
                  <a:pt x="4951742" y="4508561"/>
                  <a:pt x="4962365" y="4535367"/>
                  <a:pt x="4956539" y="4553915"/>
                </a:cubicBezTo>
                <a:cubicBezTo>
                  <a:pt x="4954881" y="4564109"/>
                  <a:pt x="4953223" y="4574304"/>
                  <a:pt x="4956293" y="4578456"/>
                </a:cubicBezTo>
                <a:cubicBezTo>
                  <a:pt x="4963553" y="4591386"/>
                  <a:pt x="4973569" y="4581615"/>
                  <a:pt x="4984952" y="4551928"/>
                </a:cubicBezTo>
                <a:cubicBezTo>
                  <a:pt x="4997430" y="4509733"/>
                  <a:pt x="5017170" y="4480468"/>
                  <a:pt x="5039443" y="4470176"/>
                </a:cubicBezTo>
                <a:cubicBezTo>
                  <a:pt x="5048630" y="4465502"/>
                  <a:pt x="5057256" y="4458515"/>
                  <a:pt x="5056136" y="4453891"/>
                </a:cubicBezTo>
                <a:cubicBezTo>
                  <a:pt x="5055844" y="4444168"/>
                  <a:pt x="5086161" y="4407445"/>
                  <a:pt x="5095908" y="4405084"/>
                </a:cubicBezTo>
                <a:cubicBezTo>
                  <a:pt x="5105095" y="4400409"/>
                  <a:pt x="5109845" y="4411500"/>
                  <a:pt x="5103168" y="4418014"/>
                </a:cubicBezTo>
                <a:cubicBezTo>
                  <a:pt x="5097880" y="4421743"/>
                  <a:pt x="5098440" y="4424056"/>
                  <a:pt x="5104288" y="4422639"/>
                </a:cubicBezTo>
                <a:cubicBezTo>
                  <a:pt x="5112086" y="4420750"/>
                  <a:pt x="5127905" y="4375297"/>
                  <a:pt x="5126492" y="4360952"/>
                </a:cubicBezTo>
                <a:cubicBezTo>
                  <a:pt x="5125641" y="4348917"/>
                  <a:pt x="5125641" y="4348917"/>
                  <a:pt x="5134289" y="4359061"/>
                </a:cubicBezTo>
                <a:cubicBezTo>
                  <a:pt x="5139870" y="4365055"/>
                  <a:pt x="5139601" y="4372465"/>
                  <a:pt x="5135434" y="4380819"/>
                </a:cubicBezTo>
                <a:cubicBezTo>
                  <a:pt x="5129317" y="4389645"/>
                  <a:pt x="5130437" y="4394269"/>
                  <a:pt x="5134896" y="4395638"/>
                </a:cubicBezTo>
                <a:cubicBezTo>
                  <a:pt x="5147153" y="4395116"/>
                  <a:pt x="5149125" y="4411776"/>
                  <a:pt x="5140498" y="4418762"/>
                </a:cubicBezTo>
                <a:cubicBezTo>
                  <a:pt x="5129093" y="4431319"/>
                  <a:pt x="5060419" y="4531195"/>
                  <a:pt x="5060979" y="4533507"/>
                </a:cubicBezTo>
                <a:cubicBezTo>
                  <a:pt x="5061539" y="4535820"/>
                  <a:pt x="5068216" y="4529306"/>
                  <a:pt x="5121879" y="4452652"/>
                </a:cubicBezTo>
                <a:cubicBezTo>
                  <a:pt x="5136062" y="4434526"/>
                  <a:pt x="5151367" y="4421026"/>
                  <a:pt x="5161114" y="4418664"/>
                </a:cubicBezTo>
                <a:cubicBezTo>
                  <a:pt x="5168351" y="4414463"/>
                  <a:pt x="5179487" y="4409317"/>
                  <a:pt x="5186725" y="4405115"/>
                </a:cubicBezTo>
                <a:cubicBezTo>
                  <a:pt x="5194791" y="4395816"/>
                  <a:pt x="5196741" y="4395344"/>
                  <a:pt x="5193134" y="4406010"/>
                </a:cubicBezTo>
                <a:cubicBezTo>
                  <a:pt x="5190355" y="4411580"/>
                  <a:pt x="5188698" y="4421775"/>
                  <a:pt x="5187868" y="4426871"/>
                </a:cubicBezTo>
                <a:cubicBezTo>
                  <a:pt x="5188988" y="4431497"/>
                  <a:pt x="5187891" y="4444003"/>
                  <a:pt x="5183723" y="4452358"/>
                </a:cubicBezTo>
                <a:cubicBezTo>
                  <a:pt x="5177607" y="4461184"/>
                  <a:pt x="5175948" y="4471378"/>
                  <a:pt x="5178458" y="4473219"/>
                </a:cubicBezTo>
                <a:cubicBezTo>
                  <a:pt x="5179018" y="4475531"/>
                  <a:pt x="5178750" y="4482941"/>
                  <a:pt x="5174022" y="4488983"/>
                </a:cubicBezTo>
                <a:cubicBezTo>
                  <a:pt x="5168466" y="4500121"/>
                  <a:pt x="5168466" y="4500121"/>
                  <a:pt x="5172073" y="4489455"/>
                </a:cubicBezTo>
                <a:cubicBezTo>
                  <a:pt x="5174291" y="4481573"/>
                  <a:pt x="5171221" y="4477420"/>
                  <a:pt x="5166201" y="4473740"/>
                </a:cubicBezTo>
                <a:cubicBezTo>
                  <a:pt x="5151703" y="4465011"/>
                  <a:pt x="5144220" y="4493755"/>
                  <a:pt x="5153991" y="4508525"/>
                </a:cubicBezTo>
                <a:cubicBezTo>
                  <a:pt x="5157621" y="4514990"/>
                  <a:pt x="5157352" y="4522400"/>
                  <a:pt x="5154014" y="4525657"/>
                </a:cubicBezTo>
                <a:cubicBezTo>
                  <a:pt x="5150675" y="4528914"/>
                  <a:pt x="5148457" y="4536796"/>
                  <a:pt x="5149578" y="4541421"/>
                </a:cubicBezTo>
                <a:cubicBezTo>
                  <a:pt x="5151818" y="4550671"/>
                  <a:pt x="5155157" y="4547414"/>
                  <a:pt x="5168511" y="4534385"/>
                </a:cubicBezTo>
                <a:cubicBezTo>
                  <a:pt x="5176577" y="4525086"/>
                  <a:pt x="5182695" y="4516260"/>
                  <a:pt x="5181574" y="4511634"/>
                </a:cubicBezTo>
                <a:cubicBezTo>
                  <a:pt x="5179065" y="4509795"/>
                  <a:pt x="5182403" y="4506538"/>
                  <a:pt x="5186302" y="4505593"/>
                </a:cubicBezTo>
                <a:cubicBezTo>
                  <a:pt x="5190200" y="4504649"/>
                  <a:pt x="5187983" y="4512531"/>
                  <a:pt x="5182426" y="4523669"/>
                </a:cubicBezTo>
                <a:cubicBezTo>
                  <a:pt x="5174651" y="4542691"/>
                  <a:pt x="5175212" y="4545003"/>
                  <a:pt x="5182449" y="4540802"/>
                </a:cubicBezTo>
                <a:cubicBezTo>
                  <a:pt x="5190246" y="4538913"/>
                  <a:pt x="5189417" y="4544009"/>
                  <a:pt x="5181083" y="4560717"/>
                </a:cubicBezTo>
                <a:cubicBezTo>
                  <a:pt x="5175526" y="4571857"/>
                  <a:pt x="5167459" y="4581156"/>
                  <a:pt x="5164121" y="4584412"/>
                </a:cubicBezTo>
                <a:cubicBezTo>
                  <a:pt x="5158272" y="4585829"/>
                  <a:pt x="5150767" y="4597441"/>
                  <a:pt x="5143260" y="4609052"/>
                </a:cubicBezTo>
                <a:cubicBezTo>
                  <a:pt x="5135755" y="4620664"/>
                  <a:pt x="5128249" y="4632275"/>
                  <a:pt x="5122400" y="4633692"/>
                </a:cubicBezTo>
                <a:cubicBezTo>
                  <a:pt x="5118501" y="4634636"/>
                  <a:pt x="5112944" y="4645776"/>
                  <a:pt x="5107388" y="4656915"/>
                </a:cubicBezTo>
                <a:cubicBezTo>
                  <a:pt x="5101831" y="4668054"/>
                  <a:pt x="5094057" y="4687075"/>
                  <a:pt x="5088500" y="4698214"/>
                </a:cubicBezTo>
                <a:cubicBezTo>
                  <a:pt x="5071830" y="4731631"/>
                  <a:pt x="5085475" y="4728325"/>
                  <a:pt x="5104095" y="4694435"/>
                </a:cubicBezTo>
                <a:cubicBezTo>
                  <a:pt x="5113820" y="4674942"/>
                  <a:pt x="5128002" y="4656817"/>
                  <a:pt x="5134680" y="4650302"/>
                </a:cubicBezTo>
                <a:cubicBezTo>
                  <a:pt x="5148594" y="4639587"/>
                  <a:pt x="5148594" y="4639587"/>
                  <a:pt x="5143039" y="4650726"/>
                </a:cubicBezTo>
                <a:cubicBezTo>
                  <a:pt x="5138871" y="4659079"/>
                  <a:pt x="5134142" y="4665122"/>
                  <a:pt x="5130804" y="4668379"/>
                </a:cubicBezTo>
                <a:cubicBezTo>
                  <a:pt x="5127466" y="4671636"/>
                  <a:pt x="5128026" y="4673948"/>
                  <a:pt x="5130535" y="4675789"/>
                </a:cubicBezTo>
                <a:cubicBezTo>
                  <a:pt x="5133045" y="4677629"/>
                  <a:pt x="5141671" y="4670642"/>
                  <a:pt x="5147229" y="4659503"/>
                </a:cubicBezTo>
                <a:cubicBezTo>
                  <a:pt x="5155295" y="4650205"/>
                  <a:pt x="5156953" y="4640009"/>
                  <a:pt x="5156392" y="4637698"/>
                </a:cubicBezTo>
                <a:cubicBezTo>
                  <a:pt x="5151373" y="4634017"/>
                  <a:pt x="5175549" y="4588989"/>
                  <a:pt x="5194460" y="4564822"/>
                </a:cubicBezTo>
                <a:cubicBezTo>
                  <a:pt x="5211982" y="4543440"/>
                  <a:pt x="5214491" y="4545280"/>
                  <a:pt x="5203109" y="4574966"/>
                </a:cubicBezTo>
                <a:cubicBezTo>
                  <a:pt x="5196164" y="4588890"/>
                  <a:pt x="5195335" y="4593988"/>
                  <a:pt x="5202012" y="4587473"/>
                </a:cubicBezTo>
                <a:cubicBezTo>
                  <a:pt x="5206740" y="4581431"/>
                  <a:pt x="5213417" y="4574918"/>
                  <a:pt x="5214806" y="4572134"/>
                </a:cubicBezTo>
                <a:cubicBezTo>
                  <a:pt x="5223701" y="4557737"/>
                  <a:pt x="5290450" y="4475464"/>
                  <a:pt x="5295738" y="4471735"/>
                </a:cubicBezTo>
                <a:cubicBezTo>
                  <a:pt x="5299637" y="4470791"/>
                  <a:pt x="5299369" y="4478200"/>
                  <a:pt x="5297150" y="4486082"/>
                </a:cubicBezTo>
                <a:cubicBezTo>
                  <a:pt x="5294932" y="4493964"/>
                  <a:pt x="5292714" y="4501846"/>
                  <a:pt x="5295784" y="4505999"/>
                </a:cubicBezTo>
                <a:cubicBezTo>
                  <a:pt x="5299974" y="4514776"/>
                  <a:pt x="5282767" y="4563012"/>
                  <a:pt x="5271071" y="4565847"/>
                </a:cubicBezTo>
                <a:cubicBezTo>
                  <a:pt x="5259934" y="4570992"/>
                  <a:pt x="5241583" y="4597472"/>
                  <a:pt x="5249113" y="4602992"/>
                </a:cubicBezTo>
                <a:cubicBezTo>
                  <a:pt x="5249673" y="4605304"/>
                  <a:pt x="5250794" y="4609930"/>
                  <a:pt x="5248844" y="4610402"/>
                </a:cubicBezTo>
                <a:cubicBezTo>
                  <a:pt x="5242995" y="4611819"/>
                  <a:pt x="5210216" y="4680965"/>
                  <a:pt x="5211897" y="4687903"/>
                </a:cubicBezTo>
                <a:cubicBezTo>
                  <a:pt x="5212457" y="4690216"/>
                  <a:pt x="5210239" y="4698098"/>
                  <a:pt x="5207460" y="4703668"/>
                </a:cubicBezTo>
                <a:cubicBezTo>
                  <a:pt x="5200514" y="4717591"/>
                  <a:pt x="5197490" y="4747702"/>
                  <a:pt x="5202510" y="4751382"/>
                </a:cubicBezTo>
                <a:cubicBezTo>
                  <a:pt x="5205020" y="4753223"/>
                  <a:pt x="5209748" y="4747180"/>
                  <a:pt x="5211405" y="4736987"/>
                </a:cubicBezTo>
                <a:cubicBezTo>
                  <a:pt x="5216110" y="4713812"/>
                  <a:pt x="5224468" y="4714236"/>
                  <a:pt x="5221713" y="4736937"/>
                </a:cubicBezTo>
                <a:cubicBezTo>
                  <a:pt x="5218957" y="4759638"/>
                  <a:pt x="5224000" y="4780450"/>
                  <a:pt x="5231797" y="4778561"/>
                </a:cubicBezTo>
                <a:cubicBezTo>
                  <a:pt x="5233747" y="4778089"/>
                  <a:pt x="5236793" y="4765110"/>
                  <a:pt x="5237891" y="4752603"/>
                </a:cubicBezTo>
                <a:cubicBezTo>
                  <a:pt x="5237308" y="4733159"/>
                  <a:pt x="5244253" y="4719235"/>
                  <a:pt x="5265114" y="4694595"/>
                </a:cubicBezTo>
                <a:cubicBezTo>
                  <a:pt x="5281807" y="4678310"/>
                  <a:pt x="5292092" y="4661129"/>
                  <a:pt x="5289582" y="4659289"/>
                </a:cubicBezTo>
                <a:cubicBezTo>
                  <a:pt x="5284003" y="4653296"/>
                  <a:pt x="5305960" y="4616150"/>
                  <a:pt x="5314318" y="4616574"/>
                </a:cubicBezTo>
                <a:cubicBezTo>
                  <a:pt x="5318217" y="4615628"/>
                  <a:pt x="5317948" y="4623039"/>
                  <a:pt x="5313781" y="4631393"/>
                </a:cubicBezTo>
                <a:cubicBezTo>
                  <a:pt x="5309345" y="4647156"/>
                  <a:pt x="5309345" y="4647156"/>
                  <a:pt x="5315461" y="4638330"/>
                </a:cubicBezTo>
                <a:cubicBezTo>
                  <a:pt x="5320750" y="4634600"/>
                  <a:pt x="5327987" y="4630399"/>
                  <a:pt x="5331886" y="4629454"/>
                </a:cubicBezTo>
                <a:cubicBezTo>
                  <a:pt x="5333836" y="4628982"/>
                  <a:pt x="5343291" y="4616899"/>
                  <a:pt x="5350797" y="4605287"/>
                </a:cubicBezTo>
                <a:cubicBezTo>
                  <a:pt x="5364420" y="4584849"/>
                  <a:pt x="5365809" y="4582064"/>
                  <a:pt x="5381136" y="4585695"/>
                </a:cubicBezTo>
                <a:cubicBezTo>
                  <a:pt x="5392004" y="4587959"/>
                  <a:pt x="5399801" y="4586070"/>
                  <a:pt x="5404529" y="4580028"/>
                </a:cubicBezTo>
                <a:cubicBezTo>
                  <a:pt x="5409817" y="4576299"/>
                  <a:pt x="5416494" y="4569784"/>
                  <a:pt x="5422343" y="4568367"/>
                </a:cubicBezTo>
                <a:cubicBezTo>
                  <a:pt x="5427630" y="4564638"/>
                  <a:pt x="5422634" y="4578090"/>
                  <a:pt x="5409839" y="4593430"/>
                </a:cubicBezTo>
                <a:cubicBezTo>
                  <a:pt x="5398996" y="4608298"/>
                  <a:pt x="5386201" y="4623639"/>
                  <a:pt x="5382303" y="4624584"/>
                </a:cubicBezTo>
                <a:cubicBezTo>
                  <a:pt x="5378404" y="4625529"/>
                  <a:pt x="5375625" y="4631098"/>
                  <a:pt x="5376185" y="4633411"/>
                </a:cubicBezTo>
                <a:cubicBezTo>
                  <a:pt x="5379547" y="4647285"/>
                  <a:pt x="5403478" y="4626798"/>
                  <a:pt x="5429333" y="4588707"/>
                </a:cubicBezTo>
                <a:cubicBezTo>
                  <a:pt x="5443517" y="4570582"/>
                  <a:pt x="5456311" y="4555241"/>
                  <a:pt x="5458822" y="4557081"/>
                </a:cubicBezTo>
                <a:cubicBezTo>
                  <a:pt x="5461331" y="4558921"/>
                  <a:pt x="5468008" y="4552407"/>
                  <a:pt x="5473565" y="4541268"/>
                </a:cubicBezTo>
                <a:cubicBezTo>
                  <a:pt x="5479682" y="4532442"/>
                  <a:pt x="5493036" y="4519414"/>
                  <a:pt x="5502783" y="4517053"/>
                </a:cubicBezTo>
                <a:cubicBezTo>
                  <a:pt x="5523107" y="4507232"/>
                  <a:pt x="5523107" y="4507232"/>
                  <a:pt x="5505002" y="4509171"/>
                </a:cubicBezTo>
                <a:cubicBezTo>
                  <a:pt x="5490795" y="4510164"/>
                  <a:pt x="5490795" y="4510164"/>
                  <a:pt x="5511118" y="4500343"/>
                </a:cubicBezTo>
                <a:cubicBezTo>
                  <a:pt x="5524204" y="4494725"/>
                  <a:pt x="5532562" y="4495148"/>
                  <a:pt x="5531733" y="4500245"/>
                </a:cubicBezTo>
                <a:cubicBezTo>
                  <a:pt x="5530344" y="4503030"/>
                  <a:pt x="5538702" y="4503454"/>
                  <a:pt x="5548449" y="4501092"/>
                </a:cubicBezTo>
                <a:cubicBezTo>
                  <a:pt x="5559585" y="4495945"/>
                  <a:pt x="5566823" y="4491744"/>
                  <a:pt x="5565703" y="4487120"/>
                </a:cubicBezTo>
                <a:cubicBezTo>
                  <a:pt x="5565142" y="4484807"/>
                  <a:pt x="5569870" y="4478766"/>
                  <a:pt x="5579617" y="4476404"/>
                </a:cubicBezTo>
                <a:cubicBezTo>
                  <a:pt x="5596601" y="4469841"/>
                  <a:pt x="5596601" y="4469841"/>
                  <a:pt x="5596601" y="4469841"/>
                </a:cubicBezTo>
                <a:cubicBezTo>
                  <a:pt x="5581858" y="4485654"/>
                  <a:pt x="5581858" y="4485654"/>
                  <a:pt x="5581858" y="4485654"/>
                </a:cubicBezTo>
                <a:cubicBezTo>
                  <a:pt x="5573791" y="4494952"/>
                  <a:pt x="5555978" y="4506613"/>
                  <a:pt x="5542892" y="4512231"/>
                </a:cubicBezTo>
                <a:cubicBezTo>
                  <a:pt x="5525908" y="4518795"/>
                  <a:pt x="5521180" y="4524837"/>
                  <a:pt x="5522300" y="4529461"/>
                </a:cubicBezTo>
                <a:cubicBezTo>
                  <a:pt x="5525370" y="4533614"/>
                  <a:pt x="5521763" y="4544280"/>
                  <a:pt x="5513137" y="4551267"/>
                </a:cubicBezTo>
                <a:cubicBezTo>
                  <a:pt x="5494494" y="4568025"/>
                  <a:pt x="5457232" y="4618671"/>
                  <a:pt x="5458913" y="4625609"/>
                </a:cubicBezTo>
                <a:cubicBezTo>
                  <a:pt x="5461423" y="4627448"/>
                  <a:pt x="5454745" y="4633963"/>
                  <a:pt x="5447508" y="4638164"/>
                </a:cubicBezTo>
                <a:cubicBezTo>
                  <a:pt x="5426916" y="4655395"/>
                  <a:pt x="5382418" y="4710242"/>
                  <a:pt x="5386047" y="4716709"/>
                </a:cubicBezTo>
                <a:cubicBezTo>
                  <a:pt x="5388288" y="4725958"/>
                  <a:pt x="5366062" y="4770514"/>
                  <a:pt x="5358824" y="4774716"/>
                </a:cubicBezTo>
                <a:cubicBezTo>
                  <a:pt x="5356875" y="4775188"/>
                  <a:pt x="5348248" y="4782175"/>
                  <a:pt x="5341571" y="4788689"/>
                </a:cubicBezTo>
                <a:cubicBezTo>
                  <a:pt x="5335454" y="4797515"/>
                  <a:pt x="5315982" y="4819370"/>
                  <a:pt x="5295950" y="4838912"/>
                </a:cubicBezTo>
                <a:cubicBezTo>
                  <a:pt x="5277870" y="4857983"/>
                  <a:pt x="5263686" y="4876108"/>
                  <a:pt x="5264806" y="4880732"/>
                </a:cubicBezTo>
                <a:cubicBezTo>
                  <a:pt x="5265366" y="4883045"/>
                  <a:pt x="5273993" y="4876059"/>
                  <a:pt x="5282059" y="4866760"/>
                </a:cubicBezTo>
                <a:cubicBezTo>
                  <a:pt x="5313496" y="4834661"/>
                  <a:pt x="5360236" y="4789062"/>
                  <a:pt x="5388895" y="4762535"/>
                </a:cubicBezTo>
                <a:cubicBezTo>
                  <a:pt x="5403638" y="4746721"/>
                  <a:pt x="5413653" y="4736949"/>
                  <a:pt x="5409194" y="4735582"/>
                </a:cubicBezTo>
                <a:cubicBezTo>
                  <a:pt x="5390529" y="4735207"/>
                  <a:pt x="5473165" y="4658878"/>
                  <a:pt x="5533843" y="4619696"/>
                </a:cubicBezTo>
                <a:cubicBezTo>
                  <a:pt x="5578097" y="4589389"/>
                  <a:pt x="5659949" y="4552420"/>
                  <a:pt x="5689751" y="4547649"/>
                </a:cubicBezTo>
                <a:cubicBezTo>
                  <a:pt x="5705907" y="4546182"/>
                  <a:pt x="5709805" y="4545238"/>
                  <a:pt x="5698669" y="4550385"/>
                </a:cubicBezTo>
                <a:cubicBezTo>
                  <a:pt x="5687533" y="4555530"/>
                  <a:pt x="5686143" y="4558315"/>
                  <a:pt x="5693672" y="4563835"/>
                </a:cubicBezTo>
                <a:cubicBezTo>
                  <a:pt x="5701201" y="4569356"/>
                  <a:pt x="5699252" y="4569828"/>
                  <a:pt x="5686996" y="4570350"/>
                </a:cubicBezTo>
                <a:cubicBezTo>
                  <a:pt x="5677249" y="4572711"/>
                  <a:pt x="5673910" y="4575968"/>
                  <a:pt x="5678929" y="4579649"/>
                </a:cubicBezTo>
                <a:cubicBezTo>
                  <a:pt x="5687018" y="4587482"/>
                  <a:pt x="5672544" y="4595885"/>
                  <a:pt x="5594858" y="4624498"/>
                </a:cubicBezTo>
                <a:cubicBezTo>
                  <a:pt x="5555041" y="4639043"/>
                  <a:pt x="5515783" y="4655898"/>
                  <a:pt x="5507157" y="4662884"/>
                </a:cubicBezTo>
                <a:cubicBezTo>
                  <a:pt x="5495192" y="4673127"/>
                  <a:pt x="5499091" y="4672183"/>
                  <a:pt x="5526652" y="4658161"/>
                </a:cubicBezTo>
                <a:cubicBezTo>
                  <a:pt x="5554772" y="4646451"/>
                  <a:pt x="5564519" y="4644090"/>
                  <a:pt x="5563691" y="4649187"/>
                </a:cubicBezTo>
                <a:cubicBezTo>
                  <a:pt x="5562861" y="4654285"/>
                  <a:pt x="5563421" y="4656597"/>
                  <a:pt x="5567320" y="4655652"/>
                </a:cubicBezTo>
                <a:cubicBezTo>
                  <a:pt x="5569270" y="4655180"/>
                  <a:pt x="5572049" y="4649611"/>
                  <a:pt x="5573437" y="4646826"/>
                </a:cubicBezTo>
                <a:cubicBezTo>
                  <a:pt x="5575095" y="4636632"/>
                  <a:pt x="5594029" y="4629596"/>
                  <a:pt x="5596270" y="4638846"/>
                </a:cubicBezTo>
                <a:cubicBezTo>
                  <a:pt x="5599901" y="4645311"/>
                  <a:pt x="5589056" y="4660180"/>
                  <a:pt x="5567635" y="4682506"/>
                </a:cubicBezTo>
                <a:cubicBezTo>
                  <a:pt x="5554281" y="4695535"/>
                  <a:pt x="5554281" y="4695535"/>
                  <a:pt x="5554281" y="4695535"/>
                </a:cubicBezTo>
                <a:cubicBezTo>
                  <a:pt x="5570705" y="4686659"/>
                  <a:pt x="5570705" y="4686659"/>
                  <a:pt x="5570705" y="4686659"/>
                </a:cubicBezTo>
                <a:cubicBezTo>
                  <a:pt x="5579892" y="4681986"/>
                  <a:pt x="5600216" y="4672165"/>
                  <a:pt x="5617200" y="4665601"/>
                </a:cubicBezTo>
                <a:cubicBezTo>
                  <a:pt x="5645321" y="4653893"/>
                  <a:pt x="5645321" y="4653893"/>
                  <a:pt x="5645321" y="4653893"/>
                </a:cubicBezTo>
                <a:cubicBezTo>
                  <a:pt x="5621367" y="4657247"/>
                  <a:pt x="5621367" y="4657247"/>
                  <a:pt x="5621367" y="4657247"/>
                </a:cubicBezTo>
                <a:cubicBezTo>
                  <a:pt x="5607722" y="4660554"/>
                  <a:pt x="5599363" y="4660131"/>
                  <a:pt x="5601313" y="4659658"/>
                </a:cubicBezTo>
                <a:cubicBezTo>
                  <a:pt x="5604651" y="4656400"/>
                  <a:pt x="5607429" y="4650832"/>
                  <a:pt x="5604360" y="4646679"/>
                </a:cubicBezTo>
                <a:cubicBezTo>
                  <a:pt x="5600998" y="4632804"/>
                  <a:pt x="5627999" y="4616470"/>
                  <a:pt x="5665598" y="4609809"/>
                </a:cubicBezTo>
                <a:cubicBezTo>
                  <a:pt x="5698738" y="4601779"/>
                  <a:pt x="5715186" y="4610036"/>
                  <a:pt x="5686504" y="4619433"/>
                </a:cubicBezTo>
                <a:cubicBezTo>
                  <a:pt x="5676757" y="4621794"/>
                  <a:pt x="5666741" y="4631565"/>
                  <a:pt x="5662014" y="4637607"/>
                </a:cubicBezTo>
                <a:cubicBezTo>
                  <a:pt x="5657017" y="4651059"/>
                  <a:pt x="5657017" y="4651059"/>
                  <a:pt x="5668714" y="4648225"/>
                </a:cubicBezTo>
                <a:cubicBezTo>
                  <a:pt x="5676511" y="4646336"/>
                  <a:pt x="5693496" y="4639772"/>
                  <a:pt x="5708532" y="4633682"/>
                </a:cubicBezTo>
                <a:cubicBezTo>
                  <a:pt x="5730803" y="4623389"/>
                  <a:pt x="5737212" y="4624285"/>
                  <a:pt x="5745301" y="4632118"/>
                </a:cubicBezTo>
                <a:cubicBezTo>
                  <a:pt x="5753950" y="4642263"/>
                  <a:pt x="5754510" y="4644575"/>
                  <a:pt x="5736406" y="4646514"/>
                </a:cubicBezTo>
                <a:cubicBezTo>
                  <a:pt x="5726098" y="4646562"/>
                  <a:pt x="5710503" y="4650342"/>
                  <a:pt x="5700756" y="4652703"/>
                </a:cubicBezTo>
                <a:cubicBezTo>
                  <a:pt x="5683772" y="4659266"/>
                  <a:pt x="5682382" y="4662050"/>
                  <a:pt x="5687693" y="4675453"/>
                </a:cubicBezTo>
                <a:cubicBezTo>
                  <a:pt x="5691615" y="4691640"/>
                  <a:pt x="5691615" y="4691640"/>
                  <a:pt x="5645121" y="4712697"/>
                </a:cubicBezTo>
                <a:cubicBezTo>
                  <a:pt x="5596676" y="4734227"/>
                  <a:pt x="5596676" y="4734227"/>
                  <a:pt x="5596676" y="4734227"/>
                </a:cubicBezTo>
                <a:cubicBezTo>
                  <a:pt x="5655988" y="4714961"/>
                  <a:pt x="5655988" y="4714961"/>
                  <a:pt x="5655988" y="4714961"/>
                </a:cubicBezTo>
                <a:cubicBezTo>
                  <a:pt x="5703603" y="4698528"/>
                  <a:pt x="5713350" y="4696168"/>
                  <a:pt x="5711132" y="4704049"/>
                </a:cubicBezTo>
                <a:cubicBezTo>
                  <a:pt x="5708914" y="4711932"/>
                  <a:pt x="5713934" y="4715611"/>
                  <a:pt x="5731209" y="4718770"/>
                </a:cubicBezTo>
                <a:cubicBezTo>
                  <a:pt x="5754894" y="4722825"/>
                  <a:pt x="5759085" y="4731602"/>
                  <a:pt x="5735960" y="4729860"/>
                </a:cubicBezTo>
                <a:cubicBezTo>
                  <a:pt x="5727603" y="4729437"/>
                  <a:pt x="5712007" y="4733216"/>
                  <a:pt x="5699481" y="4741146"/>
                </a:cubicBezTo>
                <a:cubicBezTo>
                  <a:pt x="5686956" y="4749077"/>
                  <a:pt x="5668583" y="4758425"/>
                  <a:pt x="5657446" y="4763572"/>
                </a:cubicBezTo>
                <a:cubicBezTo>
                  <a:pt x="5644361" y="4769191"/>
                  <a:pt x="5622648" y="4781795"/>
                  <a:pt x="5606784" y="4792984"/>
                </a:cubicBezTo>
                <a:cubicBezTo>
                  <a:pt x="5573667" y="4818144"/>
                  <a:pt x="5489082" y="4894946"/>
                  <a:pt x="5485474" y="4905613"/>
                </a:cubicBezTo>
                <a:cubicBezTo>
                  <a:pt x="5478529" y="4919535"/>
                  <a:pt x="5526412" y="4895694"/>
                  <a:pt x="5561479" y="4870060"/>
                </a:cubicBezTo>
                <a:cubicBezTo>
                  <a:pt x="5580682" y="4855616"/>
                  <a:pt x="5601834" y="4840699"/>
                  <a:pt x="5607681" y="4839281"/>
                </a:cubicBezTo>
                <a:cubicBezTo>
                  <a:pt x="5614918" y="4835080"/>
                  <a:pt x="5620207" y="4831351"/>
                  <a:pt x="5621036" y="4826253"/>
                </a:cubicBezTo>
                <a:cubicBezTo>
                  <a:pt x="5623523" y="4810961"/>
                  <a:pt x="5732107" y="4765068"/>
                  <a:pt x="5746605" y="4773797"/>
                </a:cubicBezTo>
                <a:cubicBezTo>
                  <a:pt x="5751625" y="4777478"/>
                  <a:pt x="5750236" y="4780262"/>
                  <a:pt x="5738539" y="4783096"/>
                </a:cubicBezTo>
                <a:cubicBezTo>
                  <a:pt x="5719605" y="4790131"/>
                  <a:pt x="5709321" y="4807313"/>
                  <a:pt x="5720188" y="4809575"/>
                </a:cubicBezTo>
                <a:cubicBezTo>
                  <a:pt x="5727157" y="4812784"/>
                  <a:pt x="5723818" y="4816040"/>
                  <a:pt x="5709343" y="4824444"/>
                </a:cubicBezTo>
                <a:cubicBezTo>
                  <a:pt x="5690970" y="4833792"/>
                  <a:pt x="5667622" y="4873722"/>
                  <a:pt x="5682657" y="4867632"/>
                </a:cubicBezTo>
                <a:cubicBezTo>
                  <a:pt x="5688506" y="4866215"/>
                  <a:pt x="5689066" y="4868528"/>
                  <a:pt x="5687678" y="4871312"/>
                </a:cubicBezTo>
                <a:cubicBezTo>
                  <a:pt x="5683510" y="4879667"/>
                  <a:pt x="5580459" y="4897289"/>
                  <a:pt x="5557334" y="4895547"/>
                </a:cubicBezTo>
                <a:cubicBezTo>
                  <a:pt x="5550925" y="4894652"/>
                  <a:pt x="5547587" y="4897908"/>
                  <a:pt x="5548147" y="4900221"/>
                </a:cubicBezTo>
                <a:cubicBezTo>
                  <a:pt x="5551778" y="4906685"/>
                  <a:pt x="5583820" y="4911164"/>
                  <a:pt x="5596906" y="4905545"/>
                </a:cubicBezTo>
                <a:cubicBezTo>
                  <a:pt x="5602754" y="4904129"/>
                  <a:pt x="5613061" y="4904079"/>
                  <a:pt x="5623929" y="4906343"/>
                </a:cubicBezTo>
                <a:cubicBezTo>
                  <a:pt x="5645665" y="4910869"/>
                  <a:pt x="5721692" y="4892449"/>
                  <a:pt x="5730587" y="4878054"/>
                </a:cubicBezTo>
                <a:cubicBezTo>
                  <a:pt x="5737265" y="4871540"/>
                  <a:pt x="5736704" y="4869228"/>
                  <a:pt x="5730856" y="4870645"/>
                </a:cubicBezTo>
                <a:cubicBezTo>
                  <a:pt x="5715261" y="4874423"/>
                  <a:pt x="5737801" y="4856721"/>
                  <a:pt x="5756176" y="4847372"/>
                </a:cubicBezTo>
                <a:cubicBezTo>
                  <a:pt x="5769822" y="4844066"/>
                  <a:pt x="5774280" y="4845434"/>
                  <a:pt x="5782930" y="4855579"/>
                </a:cubicBezTo>
                <a:cubicBezTo>
                  <a:pt x="5789070" y="4863885"/>
                  <a:pt x="5796599" y="4869406"/>
                  <a:pt x="5803836" y="4865203"/>
                </a:cubicBezTo>
                <a:cubicBezTo>
                  <a:pt x="5809684" y="4863787"/>
                  <a:pt x="5832248" y="4863216"/>
                  <a:pt x="5852035" y="4868215"/>
                </a:cubicBezTo>
                <a:cubicBezTo>
                  <a:pt x="5879618" y="4871326"/>
                  <a:pt x="5886587" y="4874533"/>
                  <a:pt x="5879910" y="4881048"/>
                </a:cubicBezTo>
                <a:cubicBezTo>
                  <a:pt x="5867676" y="4898700"/>
                  <a:pt x="5779122" y="4925051"/>
                  <a:pt x="5720348" y="4929499"/>
                </a:cubicBezTo>
                <a:cubicBezTo>
                  <a:pt x="5679679" y="4932007"/>
                  <a:pt x="5642641" y="4940980"/>
                  <a:pt x="5664376" y="4945507"/>
                </a:cubicBezTo>
                <a:cubicBezTo>
                  <a:pt x="5670784" y="4946403"/>
                  <a:pt x="5684430" y="4943096"/>
                  <a:pt x="5692228" y="4941207"/>
                </a:cubicBezTo>
                <a:cubicBezTo>
                  <a:pt x="5701974" y="4938846"/>
                  <a:pt x="5718131" y="4937380"/>
                  <a:pt x="5730948" y="4939171"/>
                </a:cubicBezTo>
                <a:cubicBezTo>
                  <a:pt x="5753512" y="4938601"/>
                  <a:pt x="5751562" y="4939073"/>
                  <a:pt x="5705896" y="4955033"/>
                </a:cubicBezTo>
                <a:cubicBezTo>
                  <a:pt x="5659670" y="4968681"/>
                  <a:pt x="5655773" y="4969625"/>
                  <a:pt x="5667200" y="4974201"/>
                </a:cubicBezTo>
                <a:cubicBezTo>
                  <a:pt x="5681137" y="4980618"/>
                  <a:pt x="5681137" y="4980618"/>
                  <a:pt x="5671951" y="4985291"/>
                </a:cubicBezTo>
                <a:cubicBezTo>
                  <a:pt x="5668051" y="4986236"/>
                  <a:pt x="5655234" y="4984445"/>
                  <a:pt x="5644927" y="4984494"/>
                </a:cubicBezTo>
                <a:cubicBezTo>
                  <a:pt x="5625143" y="4979495"/>
                  <a:pt x="5610666" y="4987898"/>
                  <a:pt x="5627114" y="4996154"/>
                </a:cubicBezTo>
                <a:cubicBezTo>
                  <a:pt x="5636032" y="4998890"/>
                  <a:pt x="5628234" y="5000779"/>
                  <a:pt x="5599262" y="5000454"/>
                </a:cubicBezTo>
                <a:cubicBezTo>
                  <a:pt x="5592853" y="4999558"/>
                  <a:pt x="5587565" y="5003288"/>
                  <a:pt x="5588125" y="5005600"/>
                </a:cubicBezTo>
                <a:cubicBezTo>
                  <a:pt x="5591195" y="5009753"/>
                  <a:pt x="5600114" y="5012489"/>
                  <a:pt x="5609861" y="5010127"/>
                </a:cubicBezTo>
                <a:cubicBezTo>
                  <a:pt x="5631865" y="5007244"/>
                  <a:pt x="5637443" y="5013237"/>
                  <a:pt x="5626039" y="5025793"/>
                </a:cubicBezTo>
                <a:cubicBezTo>
                  <a:pt x="5622701" y="5029050"/>
                  <a:pt x="5621871" y="5034148"/>
                  <a:pt x="5623821" y="5033674"/>
                </a:cubicBezTo>
                <a:cubicBezTo>
                  <a:pt x="5624381" y="5035988"/>
                  <a:pt x="5638856" y="5027584"/>
                  <a:pt x="5654720" y="5016396"/>
                </a:cubicBezTo>
                <a:cubicBezTo>
                  <a:pt x="5680600" y="4995437"/>
                  <a:pt x="5682550" y="4994964"/>
                  <a:pt x="5706234" y="4999019"/>
                </a:cubicBezTo>
                <a:cubicBezTo>
                  <a:pt x="5740787" y="5005336"/>
                  <a:pt x="5776996" y="5001460"/>
                  <a:pt x="5810966" y="4988335"/>
                </a:cubicBezTo>
                <a:cubicBezTo>
                  <a:pt x="5831849" y="4980826"/>
                  <a:pt x="5843546" y="4977993"/>
                  <a:pt x="5846616" y="4982145"/>
                </a:cubicBezTo>
                <a:cubicBezTo>
                  <a:pt x="5850245" y="4988611"/>
                  <a:pt x="5841058" y="4993284"/>
                  <a:pt x="5810428" y="5003153"/>
                </a:cubicBezTo>
                <a:cubicBezTo>
                  <a:pt x="5790105" y="5012974"/>
                  <a:pt x="5773681" y="5021849"/>
                  <a:pt x="5774241" y="5024161"/>
                </a:cubicBezTo>
                <a:cubicBezTo>
                  <a:pt x="5774801" y="5026474"/>
                  <a:pt x="5770633" y="5034829"/>
                  <a:pt x="5763396" y="5039030"/>
                </a:cubicBezTo>
                <a:cubicBezTo>
                  <a:pt x="5751431" y="5049274"/>
                  <a:pt x="5751431" y="5049274"/>
                  <a:pt x="5775384" y="5045918"/>
                </a:cubicBezTo>
                <a:cubicBezTo>
                  <a:pt x="5791540" y="5044453"/>
                  <a:pt x="5800727" y="5039779"/>
                  <a:pt x="5801556" y="5034681"/>
                </a:cubicBezTo>
                <a:cubicBezTo>
                  <a:pt x="5802384" y="5029584"/>
                  <a:pt x="5807673" y="5025855"/>
                  <a:pt x="5822439" y="5027174"/>
                </a:cubicBezTo>
                <a:cubicBezTo>
                  <a:pt x="5845564" y="5028916"/>
                  <a:pt x="5861160" y="5025138"/>
                  <a:pt x="5847221" y="5018721"/>
                </a:cubicBezTo>
                <a:cubicBezTo>
                  <a:pt x="5840813" y="5017826"/>
                  <a:pt x="5842203" y="5015041"/>
                  <a:pt x="5850829" y="5008055"/>
                </a:cubicBezTo>
                <a:cubicBezTo>
                  <a:pt x="5859455" y="5001068"/>
                  <a:pt x="5867253" y="4999179"/>
                  <a:pt x="5876731" y="5004227"/>
                </a:cubicBezTo>
                <a:cubicBezTo>
                  <a:pt x="5891230" y="5012956"/>
                  <a:pt x="5900977" y="5010594"/>
                  <a:pt x="5888428" y="5001393"/>
                </a:cubicBezTo>
                <a:cubicBezTo>
                  <a:pt x="5880899" y="4995873"/>
                  <a:pt x="5880339" y="4993561"/>
                  <a:pt x="5890915" y="4986102"/>
                </a:cubicBezTo>
                <a:cubicBezTo>
                  <a:pt x="5897593" y="4979587"/>
                  <a:pt x="5914576" y="4973025"/>
                  <a:pt x="5926273" y="4970191"/>
                </a:cubicBezTo>
                <a:cubicBezTo>
                  <a:pt x="5939919" y="4966885"/>
                  <a:pt x="5951616" y="4964051"/>
                  <a:pt x="5951055" y="4961738"/>
                </a:cubicBezTo>
                <a:cubicBezTo>
                  <a:pt x="5948545" y="4959898"/>
                  <a:pt x="5968869" y="4950079"/>
                  <a:pt x="5991141" y="4939786"/>
                </a:cubicBezTo>
                <a:cubicBezTo>
                  <a:pt x="6017312" y="4928549"/>
                  <a:pt x="6036807" y="4923825"/>
                  <a:pt x="6037928" y="4928451"/>
                </a:cubicBezTo>
                <a:cubicBezTo>
                  <a:pt x="6038488" y="4930763"/>
                  <a:pt x="6020675" y="4942423"/>
                  <a:pt x="5997842" y="4950404"/>
                </a:cubicBezTo>
                <a:cubicBezTo>
                  <a:pt x="5975569" y="4960695"/>
                  <a:pt x="5957756" y="4972356"/>
                  <a:pt x="5956927" y="4977453"/>
                </a:cubicBezTo>
                <a:cubicBezTo>
                  <a:pt x="5953880" y="4990433"/>
                  <a:pt x="5852824" y="5041846"/>
                  <a:pt x="5837498" y="5038215"/>
                </a:cubicBezTo>
                <a:cubicBezTo>
                  <a:pt x="5826629" y="5035951"/>
                  <a:pt x="5824680" y="5036424"/>
                  <a:pt x="5830260" y="5042416"/>
                </a:cubicBezTo>
                <a:cubicBezTo>
                  <a:pt x="5836960" y="5053034"/>
                  <a:pt x="5779890" y="5081550"/>
                  <a:pt x="5762613" y="5078391"/>
                </a:cubicBezTo>
                <a:cubicBezTo>
                  <a:pt x="5753695" y="5075655"/>
                  <a:pt x="5747847" y="5077072"/>
                  <a:pt x="5743679" y="5085426"/>
                </a:cubicBezTo>
                <a:cubicBezTo>
                  <a:pt x="5738951" y="5091468"/>
                  <a:pt x="5739511" y="5093780"/>
                  <a:pt x="5743411" y="5092836"/>
                </a:cubicBezTo>
                <a:cubicBezTo>
                  <a:pt x="5747310" y="5091891"/>
                  <a:pt x="5749819" y="5093732"/>
                  <a:pt x="5750939" y="5098357"/>
                </a:cubicBezTo>
                <a:cubicBezTo>
                  <a:pt x="5754009" y="5102509"/>
                  <a:pt x="5742874" y="5107655"/>
                  <a:pt x="5717531" y="5113795"/>
                </a:cubicBezTo>
                <a:cubicBezTo>
                  <a:pt x="5692188" y="5119936"/>
                  <a:pt x="5679102" y="5125554"/>
                  <a:pt x="5681612" y="5127394"/>
                </a:cubicBezTo>
                <a:cubicBezTo>
                  <a:pt x="5683853" y="5136644"/>
                  <a:pt x="5811664" y="5093437"/>
                  <a:pt x="5819730" y="5084139"/>
                </a:cubicBezTo>
                <a:cubicBezTo>
                  <a:pt x="5822508" y="5078569"/>
                  <a:pt x="5845341" y="5070589"/>
                  <a:pt x="5870684" y="5064449"/>
                </a:cubicBezTo>
                <a:cubicBezTo>
                  <a:pt x="5909672" y="5055003"/>
                  <a:pt x="5915521" y="5053586"/>
                  <a:pt x="5922220" y="5064203"/>
                </a:cubicBezTo>
                <a:cubicBezTo>
                  <a:pt x="5928921" y="5074821"/>
                  <a:pt x="5926971" y="5075294"/>
                  <a:pt x="5911375" y="5079072"/>
                </a:cubicBezTo>
                <a:cubicBezTo>
                  <a:pt x="5857061" y="5084888"/>
                  <a:pt x="5847313" y="5087248"/>
                  <a:pt x="5841756" y="5098388"/>
                </a:cubicBezTo>
                <a:cubicBezTo>
                  <a:pt x="5837589" y="5106742"/>
                  <a:pt x="5833690" y="5107687"/>
                  <a:pt x="5827282" y="5106791"/>
                </a:cubicBezTo>
                <a:cubicBezTo>
                  <a:pt x="5822262" y="5103111"/>
                  <a:pt x="5814465" y="5105000"/>
                  <a:pt x="5807788" y="5111513"/>
                </a:cubicBezTo>
                <a:cubicBezTo>
                  <a:pt x="5797212" y="5118972"/>
                  <a:pt x="5799721" y="5120812"/>
                  <a:pt x="5819776" y="5118402"/>
                </a:cubicBezTo>
                <a:cubicBezTo>
                  <a:pt x="5863223" y="5110324"/>
                  <a:pt x="5840122" y="5125714"/>
                  <a:pt x="5791386" y="5137522"/>
                </a:cubicBezTo>
                <a:cubicBezTo>
                  <a:pt x="5764094" y="5144133"/>
                  <a:pt x="5735413" y="5153530"/>
                  <a:pt x="5728176" y="5157732"/>
                </a:cubicBezTo>
                <a:cubicBezTo>
                  <a:pt x="5721498" y="5164246"/>
                  <a:pt x="5691988" y="5178740"/>
                  <a:pt x="5663868" y="5190450"/>
                </a:cubicBezTo>
                <a:cubicBezTo>
                  <a:pt x="5613474" y="5212451"/>
                  <a:pt x="5613474" y="5212451"/>
                  <a:pt x="5613474" y="5212451"/>
                </a:cubicBezTo>
                <a:cubicBezTo>
                  <a:pt x="5665840" y="5207109"/>
                  <a:pt x="5665840" y="5207109"/>
                  <a:pt x="5665840" y="5207109"/>
                </a:cubicBezTo>
                <a:cubicBezTo>
                  <a:pt x="5698152" y="5204177"/>
                  <a:pt x="5739089" y="5194259"/>
                  <a:pt x="5771669" y="5183918"/>
                </a:cubicBezTo>
                <a:cubicBezTo>
                  <a:pt x="5816775" y="5165645"/>
                  <a:pt x="5820673" y="5164700"/>
                  <a:pt x="5803420" y="5178673"/>
                </a:cubicBezTo>
                <a:cubicBezTo>
                  <a:pt x="5780319" y="5194062"/>
                  <a:pt x="5778661" y="5204258"/>
                  <a:pt x="5800664" y="5201374"/>
                </a:cubicBezTo>
                <a:cubicBezTo>
                  <a:pt x="5810972" y="5201325"/>
                  <a:pt x="5825178" y="5200332"/>
                  <a:pt x="5837435" y="5199810"/>
                </a:cubicBezTo>
                <a:cubicBezTo>
                  <a:pt x="5861949" y="5198768"/>
                  <a:pt x="5884782" y="5190788"/>
                  <a:pt x="5875303" y="5185740"/>
                </a:cubicBezTo>
                <a:cubicBezTo>
                  <a:pt x="5870844" y="5184372"/>
                  <a:pt x="5858027" y="5182581"/>
                  <a:pt x="5843820" y="5183574"/>
                </a:cubicBezTo>
                <a:cubicBezTo>
                  <a:pt x="5820696" y="5181832"/>
                  <a:pt x="5818746" y="5182304"/>
                  <a:pt x="5826813" y="5173006"/>
                </a:cubicBezTo>
                <a:cubicBezTo>
                  <a:pt x="5838218" y="5160450"/>
                  <a:pt x="5903961" y="5159211"/>
                  <a:pt x="5908711" y="5170300"/>
                </a:cubicBezTo>
                <a:cubicBezTo>
                  <a:pt x="5910393" y="5177238"/>
                  <a:pt x="5920700" y="5177189"/>
                  <a:pt x="5954109" y="5161751"/>
                </a:cubicBezTo>
                <a:cubicBezTo>
                  <a:pt x="5991976" y="5147680"/>
                  <a:pt x="5997825" y="5146263"/>
                  <a:pt x="6012323" y="5154991"/>
                </a:cubicBezTo>
                <a:cubicBezTo>
                  <a:pt x="6027381" y="5166032"/>
                  <a:pt x="6027381" y="5166032"/>
                  <a:pt x="6027381" y="5166032"/>
                </a:cubicBezTo>
                <a:cubicBezTo>
                  <a:pt x="5985614" y="5181048"/>
                  <a:pt x="5985614" y="5181048"/>
                  <a:pt x="5985614" y="5181048"/>
                </a:cubicBezTo>
                <a:cubicBezTo>
                  <a:pt x="5960832" y="5189501"/>
                  <a:pt x="5929641" y="5197057"/>
                  <a:pt x="5915995" y="5200363"/>
                </a:cubicBezTo>
                <a:cubicBezTo>
                  <a:pt x="5893991" y="5203246"/>
                  <a:pt x="5886194" y="5205135"/>
                  <a:pt x="5884535" y="5215329"/>
                </a:cubicBezTo>
                <a:cubicBezTo>
                  <a:pt x="5882878" y="5225524"/>
                  <a:pt x="5875080" y="5227413"/>
                  <a:pt x="5853636" y="5232609"/>
                </a:cubicBezTo>
                <a:cubicBezTo>
                  <a:pt x="5838041" y="5236387"/>
                  <a:pt x="5821885" y="5237852"/>
                  <a:pt x="5815477" y="5236957"/>
                </a:cubicBezTo>
                <a:cubicBezTo>
                  <a:pt x="5805170" y="5237005"/>
                  <a:pt x="5807120" y="5236534"/>
                  <a:pt x="5817158" y="5243894"/>
                </a:cubicBezTo>
                <a:cubicBezTo>
                  <a:pt x="5831096" y="5250310"/>
                  <a:pt x="5830827" y="5257719"/>
                  <a:pt x="5815791" y="5263811"/>
                </a:cubicBezTo>
                <a:cubicBezTo>
                  <a:pt x="5800757" y="5269901"/>
                  <a:pt x="5808846" y="5277735"/>
                  <a:pt x="5828900" y="5275324"/>
                </a:cubicBezTo>
                <a:cubicBezTo>
                  <a:pt x="5838647" y="5272963"/>
                  <a:pt x="5845056" y="5273858"/>
                  <a:pt x="5843667" y="5276643"/>
                </a:cubicBezTo>
                <a:cubicBezTo>
                  <a:pt x="5844787" y="5281267"/>
                  <a:pt x="5843398" y="5284053"/>
                  <a:pt x="5841448" y="5284525"/>
                </a:cubicBezTo>
                <a:cubicBezTo>
                  <a:pt x="5839499" y="5284997"/>
                  <a:pt x="5814157" y="5291137"/>
                  <a:pt x="5783526" y="5301006"/>
                </a:cubicBezTo>
                <a:cubicBezTo>
                  <a:pt x="5729503" y="5316544"/>
                  <a:pt x="5729503" y="5316544"/>
                  <a:pt x="5771001" y="5308937"/>
                </a:cubicBezTo>
                <a:cubicBezTo>
                  <a:pt x="5794394" y="5303270"/>
                  <a:pt x="5814448" y="5300859"/>
                  <a:pt x="5816958" y="5302700"/>
                </a:cubicBezTo>
                <a:cubicBezTo>
                  <a:pt x="5819468" y="5304540"/>
                  <a:pt x="5818639" y="5309637"/>
                  <a:pt x="5814470" y="5317990"/>
                </a:cubicBezTo>
                <a:cubicBezTo>
                  <a:pt x="5808354" y="5326817"/>
                  <a:pt x="5791930" y="5335694"/>
                  <a:pt x="5738467" y="5353542"/>
                </a:cubicBezTo>
                <a:cubicBezTo>
                  <a:pt x="5665509" y="5376115"/>
                  <a:pt x="5660512" y="5389567"/>
                  <a:pt x="5731521" y="5367466"/>
                </a:cubicBezTo>
                <a:cubicBezTo>
                  <a:pt x="5751015" y="5362743"/>
                  <a:pt x="5770509" y="5358020"/>
                  <a:pt x="5775529" y="5361701"/>
                </a:cubicBezTo>
                <a:cubicBezTo>
                  <a:pt x="5789466" y="5368116"/>
                  <a:pt x="5841003" y="5367872"/>
                  <a:pt x="5861886" y="5360364"/>
                </a:cubicBezTo>
                <a:cubicBezTo>
                  <a:pt x="5882769" y="5352856"/>
                  <a:pt x="5882769" y="5352856"/>
                  <a:pt x="5882769" y="5352856"/>
                </a:cubicBezTo>
                <a:cubicBezTo>
                  <a:pt x="5868026" y="5368669"/>
                  <a:pt x="5868026" y="5368669"/>
                  <a:pt x="5868026" y="5368669"/>
                </a:cubicBezTo>
                <a:cubicBezTo>
                  <a:pt x="5856061" y="5378913"/>
                  <a:pt x="5856621" y="5381224"/>
                  <a:pt x="5864420" y="5379336"/>
                </a:cubicBezTo>
                <a:cubicBezTo>
                  <a:pt x="5870267" y="5377918"/>
                  <a:pt x="5883084" y="5379710"/>
                  <a:pt x="5892002" y="5382446"/>
                </a:cubicBezTo>
                <a:cubicBezTo>
                  <a:pt x="5901481" y="5387494"/>
                  <a:pt x="5912349" y="5389757"/>
                  <a:pt x="5918197" y="5388341"/>
                </a:cubicBezTo>
                <a:cubicBezTo>
                  <a:pt x="5922096" y="5387396"/>
                  <a:pt x="5926554" y="5388764"/>
                  <a:pt x="5925166" y="5391548"/>
                </a:cubicBezTo>
                <a:cubicBezTo>
                  <a:pt x="5924897" y="5398957"/>
                  <a:pt x="5893146" y="5404202"/>
                  <a:pt x="5857205" y="5400670"/>
                </a:cubicBezTo>
                <a:cubicBezTo>
                  <a:pt x="5823772" y="5398976"/>
                  <a:pt x="5814025" y="5401338"/>
                  <a:pt x="5836322" y="5408177"/>
                </a:cubicBezTo>
                <a:cubicBezTo>
                  <a:pt x="5845240" y="5410913"/>
                  <a:pt x="5854157" y="5413648"/>
                  <a:pt x="5854717" y="5415960"/>
                </a:cubicBezTo>
                <a:cubicBezTo>
                  <a:pt x="5858908" y="5424738"/>
                  <a:pt x="5748597" y="5429431"/>
                  <a:pt x="5686461" y="5420002"/>
                </a:cubicBezTo>
                <a:cubicBezTo>
                  <a:pt x="5651909" y="5413684"/>
                  <a:pt x="5662508" y="5423358"/>
                  <a:pt x="5700959" y="5428731"/>
                </a:cubicBezTo>
                <a:cubicBezTo>
                  <a:pt x="5748329" y="5436840"/>
                  <a:pt x="5800425" y="5438907"/>
                  <a:pt x="5839974" y="5431773"/>
                </a:cubicBezTo>
                <a:cubicBezTo>
                  <a:pt x="5858079" y="5429836"/>
                  <a:pt x="5878695" y="5429738"/>
                  <a:pt x="5890121" y="5434313"/>
                </a:cubicBezTo>
                <a:cubicBezTo>
                  <a:pt x="5899040" y="5437049"/>
                  <a:pt x="5914366" y="5440680"/>
                  <a:pt x="5922165" y="5438791"/>
                </a:cubicBezTo>
                <a:cubicBezTo>
                  <a:pt x="5940830" y="5439165"/>
                  <a:pt x="5940830" y="5439165"/>
                  <a:pt x="5940830" y="5439165"/>
                </a:cubicBezTo>
                <a:cubicBezTo>
                  <a:pt x="5928304" y="5447097"/>
                  <a:pt x="5928304" y="5447097"/>
                  <a:pt x="5928304" y="5447097"/>
                </a:cubicBezTo>
                <a:cubicBezTo>
                  <a:pt x="5923577" y="5453138"/>
                  <a:pt x="5913830" y="5455500"/>
                  <a:pt x="5911320" y="5453659"/>
                </a:cubicBezTo>
                <a:cubicBezTo>
                  <a:pt x="5899332" y="5446772"/>
                  <a:pt x="5879569" y="5458904"/>
                  <a:pt x="5883759" y="5467681"/>
                </a:cubicBezTo>
                <a:cubicBezTo>
                  <a:pt x="5886001" y="5476932"/>
                  <a:pt x="5904957" y="5487028"/>
                  <a:pt x="5921673" y="5487875"/>
                </a:cubicBezTo>
                <a:cubicBezTo>
                  <a:pt x="5934490" y="5489665"/>
                  <a:pt x="5934490" y="5489665"/>
                  <a:pt x="5925864" y="5496652"/>
                </a:cubicBezTo>
                <a:cubicBezTo>
                  <a:pt x="5917797" y="5505951"/>
                  <a:pt x="5917797" y="5505951"/>
                  <a:pt x="5928105" y="5505901"/>
                </a:cubicBezTo>
                <a:cubicBezTo>
                  <a:pt x="5932563" y="5507270"/>
                  <a:pt x="5940361" y="5505381"/>
                  <a:pt x="5941751" y="5502595"/>
                </a:cubicBezTo>
                <a:cubicBezTo>
                  <a:pt x="5945089" y="5499338"/>
                  <a:pt x="5945089" y="5499338"/>
                  <a:pt x="5946210" y="5503964"/>
                </a:cubicBezTo>
                <a:cubicBezTo>
                  <a:pt x="5944820" y="5506748"/>
                  <a:pt x="5932295" y="5514679"/>
                  <a:pt x="5916700" y="5518458"/>
                </a:cubicBezTo>
                <a:cubicBezTo>
                  <a:pt x="5894696" y="5521340"/>
                  <a:pt x="5891357" y="5524598"/>
                  <a:pt x="5893038" y="5531535"/>
                </a:cubicBezTo>
                <a:cubicBezTo>
                  <a:pt x="5896959" y="5547722"/>
                  <a:pt x="5912286" y="5551353"/>
                  <a:pt x="5933730" y="5546157"/>
                </a:cubicBezTo>
                <a:cubicBezTo>
                  <a:pt x="5944866" y="5541012"/>
                  <a:pt x="5961022" y="5539546"/>
                  <a:pt x="5967991" y="5542754"/>
                </a:cubicBezTo>
                <a:cubicBezTo>
                  <a:pt x="5979418" y="5547329"/>
                  <a:pt x="5976081" y="5550587"/>
                  <a:pt x="5935142" y="5560504"/>
                </a:cubicBezTo>
                <a:cubicBezTo>
                  <a:pt x="5902563" y="5570846"/>
                  <a:pt x="5879998" y="5571417"/>
                  <a:pt x="5844056" y="5567883"/>
                </a:cubicBezTo>
                <a:cubicBezTo>
                  <a:pt x="5810625" y="5566191"/>
                  <a:pt x="5799197" y="5561615"/>
                  <a:pt x="5805874" y="5555100"/>
                </a:cubicBezTo>
                <a:cubicBezTo>
                  <a:pt x="5811162" y="5551371"/>
                  <a:pt x="5802804" y="5550947"/>
                  <a:pt x="5782189" y="5551046"/>
                </a:cubicBezTo>
                <a:cubicBezTo>
                  <a:pt x="5745419" y="5552610"/>
                  <a:pt x="5732894" y="5560541"/>
                  <a:pt x="5749340" y="5568797"/>
                </a:cubicBezTo>
                <a:cubicBezTo>
                  <a:pt x="5754361" y="5572477"/>
                  <a:pt x="5791422" y="5580636"/>
                  <a:pt x="5830434" y="5588322"/>
                </a:cubicBezTo>
                <a:cubicBezTo>
                  <a:pt x="5884771" y="5599639"/>
                  <a:pt x="5902608" y="5605110"/>
                  <a:pt x="5907359" y="5616200"/>
                </a:cubicBezTo>
                <a:cubicBezTo>
                  <a:pt x="5912109" y="5627291"/>
                  <a:pt x="5916568" y="5628658"/>
                  <a:pt x="5931604" y="5622567"/>
                </a:cubicBezTo>
                <a:cubicBezTo>
                  <a:pt x="5952487" y="5615059"/>
                  <a:pt x="5967253" y="5616378"/>
                  <a:pt x="5970054" y="5627940"/>
                </a:cubicBezTo>
                <a:cubicBezTo>
                  <a:pt x="5971736" y="5634878"/>
                  <a:pt x="5964499" y="5639079"/>
                  <a:pt x="5945564" y="5646114"/>
                </a:cubicBezTo>
                <a:cubicBezTo>
                  <a:pt x="5919393" y="5657352"/>
                  <a:pt x="5919393" y="5657352"/>
                  <a:pt x="5919393" y="5657352"/>
                </a:cubicBezTo>
                <a:cubicBezTo>
                  <a:pt x="5955042" y="5651164"/>
                  <a:pt x="5955042" y="5651164"/>
                  <a:pt x="5955042" y="5651164"/>
                </a:cubicBezTo>
                <a:cubicBezTo>
                  <a:pt x="5974536" y="5646441"/>
                  <a:pt x="5994031" y="5641718"/>
                  <a:pt x="6001828" y="5639827"/>
                </a:cubicBezTo>
                <a:cubicBezTo>
                  <a:pt x="6007676" y="5638411"/>
                  <a:pt x="6016034" y="5638835"/>
                  <a:pt x="6019104" y="5642986"/>
                </a:cubicBezTo>
                <a:cubicBezTo>
                  <a:pt x="6022174" y="5647139"/>
                  <a:pt x="6020225" y="5647612"/>
                  <a:pt x="6012427" y="5649501"/>
                </a:cubicBezTo>
                <a:cubicBezTo>
                  <a:pt x="6006019" y="5648605"/>
                  <a:pt x="5998781" y="5652807"/>
                  <a:pt x="5999341" y="5655119"/>
                </a:cubicBezTo>
                <a:cubicBezTo>
                  <a:pt x="5999073" y="5662529"/>
                  <a:pt x="5977069" y="5665412"/>
                  <a:pt x="5965082" y="5658524"/>
                </a:cubicBezTo>
                <a:cubicBezTo>
                  <a:pt x="5960622" y="5657156"/>
                  <a:pt x="5953385" y="5661357"/>
                  <a:pt x="5946147" y="5665559"/>
                </a:cubicBezTo>
                <a:cubicBezTo>
                  <a:pt x="5934742" y="5678115"/>
                  <a:pt x="5915249" y="5682838"/>
                  <a:pt x="5812758" y="5702773"/>
                </a:cubicBezTo>
                <a:cubicBezTo>
                  <a:pt x="5791314" y="5707968"/>
                  <a:pt x="5768750" y="5708538"/>
                  <a:pt x="5762341" y="5707643"/>
                </a:cubicBezTo>
                <a:cubicBezTo>
                  <a:pt x="5755933" y="5706748"/>
                  <a:pt x="5731150" y="5715200"/>
                  <a:pt x="5710827" y="5725020"/>
                </a:cubicBezTo>
                <a:cubicBezTo>
                  <a:pt x="5670181" y="5744660"/>
                  <a:pt x="5670181" y="5744660"/>
                  <a:pt x="5670181" y="5744660"/>
                </a:cubicBezTo>
                <a:cubicBezTo>
                  <a:pt x="5702762" y="5734319"/>
                  <a:pt x="5702762" y="5734319"/>
                  <a:pt x="5702762" y="5734319"/>
                </a:cubicBezTo>
                <a:cubicBezTo>
                  <a:pt x="5719746" y="5727755"/>
                  <a:pt x="5735901" y="5726290"/>
                  <a:pt x="5736461" y="5728602"/>
                </a:cubicBezTo>
                <a:cubicBezTo>
                  <a:pt x="5737021" y="5730914"/>
                  <a:pt x="5756247" y="5733602"/>
                  <a:pt x="5776862" y="5733503"/>
                </a:cubicBezTo>
                <a:cubicBezTo>
                  <a:pt x="5798865" y="5730621"/>
                  <a:pt x="5820041" y="5732835"/>
                  <a:pt x="5826449" y="5733730"/>
                </a:cubicBezTo>
                <a:cubicBezTo>
                  <a:pt x="5832857" y="5734626"/>
                  <a:pt x="5836196" y="5731369"/>
                  <a:pt x="5835636" y="5729057"/>
                </a:cubicBezTo>
                <a:cubicBezTo>
                  <a:pt x="5836465" y="5723959"/>
                  <a:pt x="5849551" y="5718340"/>
                  <a:pt x="5879352" y="5713569"/>
                </a:cubicBezTo>
                <a:cubicBezTo>
                  <a:pt x="5932547" y="5703129"/>
                  <a:pt x="5949263" y="5703975"/>
                  <a:pt x="5952624" y="5717850"/>
                </a:cubicBezTo>
                <a:cubicBezTo>
                  <a:pt x="5956815" y="5726628"/>
                  <a:pt x="5953476" y="5729885"/>
                  <a:pt x="5939270" y="5730879"/>
                </a:cubicBezTo>
                <a:cubicBezTo>
                  <a:pt x="5927014" y="5731399"/>
                  <a:pt x="5923675" y="5734657"/>
                  <a:pt x="5925916" y="5743906"/>
                </a:cubicBezTo>
                <a:cubicBezTo>
                  <a:pt x="5930106" y="5752685"/>
                  <a:pt x="5939024" y="5755420"/>
                  <a:pt x="5961589" y="5754850"/>
                </a:cubicBezTo>
                <a:cubicBezTo>
                  <a:pt x="5986663" y="5756119"/>
                  <a:pt x="5995582" y="5758855"/>
                  <a:pt x="5997821" y="5768105"/>
                </a:cubicBezTo>
                <a:cubicBezTo>
                  <a:pt x="6002572" y="5779195"/>
                  <a:pt x="5999233" y="5782452"/>
                  <a:pt x="5992825" y="5781556"/>
                </a:cubicBezTo>
                <a:cubicBezTo>
                  <a:pt x="5986977" y="5782973"/>
                  <a:pt x="5976669" y="5783023"/>
                  <a:pt x="5968312" y="5782599"/>
                </a:cubicBezTo>
                <a:cubicBezTo>
                  <a:pt x="5954105" y="5783592"/>
                  <a:pt x="5954105" y="5783592"/>
                  <a:pt x="5971942" y="5789064"/>
                </a:cubicBezTo>
                <a:cubicBezTo>
                  <a:pt x="5980860" y="5791800"/>
                  <a:pt x="5992848" y="5798689"/>
                  <a:pt x="5998988" y="5806993"/>
                </a:cubicBezTo>
                <a:cubicBezTo>
                  <a:pt x="6005127" y="5815298"/>
                  <a:pt x="6014046" y="5818034"/>
                  <a:pt x="6025743" y="5815200"/>
                </a:cubicBezTo>
                <a:cubicBezTo>
                  <a:pt x="6043287" y="5810950"/>
                  <a:pt x="6043287" y="5810950"/>
                  <a:pt x="6043287" y="5810950"/>
                </a:cubicBezTo>
                <a:cubicBezTo>
                  <a:pt x="6031882" y="5823506"/>
                  <a:pt x="6031882" y="5823506"/>
                  <a:pt x="6031882" y="5823506"/>
                </a:cubicBezTo>
                <a:cubicBezTo>
                  <a:pt x="6021307" y="5830964"/>
                  <a:pt x="6013509" y="5832853"/>
                  <a:pt x="6000131" y="5828750"/>
                </a:cubicBezTo>
                <a:cubicBezTo>
                  <a:pt x="5991213" y="5826014"/>
                  <a:pt x="5976446" y="5824695"/>
                  <a:pt x="5971159" y="5828425"/>
                </a:cubicBezTo>
                <a:cubicBezTo>
                  <a:pt x="5963361" y="5830314"/>
                  <a:pt x="5951105" y="5830836"/>
                  <a:pt x="5944135" y="5827627"/>
                </a:cubicBezTo>
                <a:cubicBezTo>
                  <a:pt x="5932147" y="5820738"/>
                  <a:pt x="5932147" y="5820738"/>
                  <a:pt x="5941334" y="5816065"/>
                </a:cubicBezTo>
                <a:cubicBezTo>
                  <a:pt x="5949132" y="5814176"/>
                  <a:pt x="5948571" y="5811864"/>
                  <a:pt x="5941043" y="5806343"/>
                </a:cubicBezTo>
                <a:cubicBezTo>
                  <a:pt x="5936023" y="5802663"/>
                  <a:pt x="5927105" y="5799927"/>
                  <a:pt x="5921817" y="5803657"/>
                </a:cubicBezTo>
                <a:cubicBezTo>
                  <a:pt x="5914019" y="5805545"/>
                  <a:pt x="5913190" y="5810643"/>
                  <a:pt x="5919061" y="5826358"/>
                </a:cubicBezTo>
                <a:cubicBezTo>
                  <a:pt x="5926053" y="5846697"/>
                  <a:pt x="5926053" y="5846697"/>
                  <a:pt x="5926053" y="5846697"/>
                </a:cubicBezTo>
                <a:cubicBezTo>
                  <a:pt x="5899007" y="5828769"/>
                  <a:pt x="5899007" y="5828769"/>
                  <a:pt x="5899007" y="5828769"/>
                </a:cubicBezTo>
                <a:cubicBezTo>
                  <a:pt x="5871961" y="5810839"/>
                  <a:pt x="5865553" y="5809944"/>
                  <a:pt x="5875322" y="5824713"/>
                </a:cubicBezTo>
                <a:cubicBezTo>
                  <a:pt x="5896252" y="5851470"/>
                  <a:pt x="5941963" y="5869773"/>
                  <a:pt x="5966185" y="5859008"/>
                </a:cubicBezTo>
                <a:cubicBezTo>
                  <a:pt x="5973423" y="5854807"/>
                  <a:pt x="5981780" y="5855229"/>
                  <a:pt x="5984850" y="5859382"/>
                </a:cubicBezTo>
                <a:cubicBezTo>
                  <a:pt x="5992380" y="5864903"/>
                  <a:pt x="5983484" y="5879299"/>
                  <a:pt x="5968450" y="5885389"/>
                </a:cubicBezTo>
                <a:cubicBezTo>
                  <a:pt x="5956752" y="5888223"/>
                  <a:pt x="5901317" y="5889413"/>
                  <a:pt x="5884041" y="5886254"/>
                </a:cubicBezTo>
                <a:cubicBezTo>
                  <a:pt x="5875122" y="5883518"/>
                  <a:pt x="5871784" y="5886776"/>
                  <a:pt x="5869006" y="5892344"/>
                </a:cubicBezTo>
                <a:cubicBezTo>
                  <a:pt x="5865399" y="5903012"/>
                  <a:pt x="5848414" y="5909575"/>
                  <a:pt x="5844783" y="5903110"/>
                </a:cubicBezTo>
                <a:cubicBezTo>
                  <a:pt x="5843663" y="5898484"/>
                  <a:pt x="5844492" y="5893388"/>
                  <a:pt x="5848391" y="5892443"/>
                </a:cubicBezTo>
                <a:cubicBezTo>
                  <a:pt x="5851729" y="5889187"/>
                  <a:pt x="5846710" y="5885506"/>
                  <a:pt x="5838352" y="5885082"/>
                </a:cubicBezTo>
                <a:cubicBezTo>
                  <a:pt x="5827484" y="5882819"/>
                  <a:pt x="5821636" y="5884236"/>
                  <a:pt x="5820808" y="5889333"/>
                </a:cubicBezTo>
                <a:cubicBezTo>
                  <a:pt x="5819978" y="5894431"/>
                  <a:pt x="5824438" y="5895799"/>
                  <a:pt x="5827776" y="5892541"/>
                </a:cubicBezTo>
                <a:cubicBezTo>
                  <a:pt x="5831675" y="5891596"/>
                  <a:pt x="5834745" y="5895749"/>
                  <a:pt x="5835866" y="5900375"/>
                </a:cubicBezTo>
                <a:cubicBezTo>
                  <a:pt x="5835036" y="5905471"/>
                  <a:pt x="5832258" y="5911041"/>
                  <a:pt x="5827799" y="5909673"/>
                </a:cubicBezTo>
                <a:cubicBezTo>
                  <a:pt x="5821391" y="5908778"/>
                  <a:pt x="5820561" y="5913875"/>
                  <a:pt x="5821682" y="5918500"/>
                </a:cubicBezTo>
                <a:cubicBezTo>
                  <a:pt x="5823363" y="5925437"/>
                  <a:pt x="5830331" y="5928644"/>
                  <a:pt x="5834231" y="5927700"/>
                </a:cubicBezTo>
                <a:cubicBezTo>
                  <a:pt x="5840079" y="5926283"/>
                  <a:pt x="5849826" y="5923921"/>
                  <a:pt x="5857623" y="5922033"/>
                </a:cubicBezTo>
                <a:cubicBezTo>
                  <a:pt x="5886865" y="5914949"/>
                  <a:pt x="5984628" y="5901056"/>
                  <a:pt x="5991037" y="5901952"/>
                </a:cubicBezTo>
                <a:cubicBezTo>
                  <a:pt x="6002464" y="5906526"/>
                  <a:pt x="6050685" y="5926670"/>
                  <a:pt x="6069642" y="5936768"/>
                </a:cubicBezTo>
                <a:cubicBezTo>
                  <a:pt x="6086650" y="5947336"/>
                  <a:pt x="6086650" y="5947336"/>
                  <a:pt x="6086650" y="5947336"/>
                </a:cubicBezTo>
                <a:cubicBezTo>
                  <a:pt x="6069105" y="5951586"/>
                  <a:pt x="6069105" y="5951586"/>
                  <a:pt x="6069105" y="5951586"/>
                </a:cubicBezTo>
                <a:cubicBezTo>
                  <a:pt x="6045712" y="5957254"/>
                  <a:pt x="6030386" y="5953623"/>
                  <a:pt x="6026756" y="5947158"/>
                </a:cubicBezTo>
                <a:cubicBezTo>
                  <a:pt x="6026195" y="5944845"/>
                  <a:pt x="6028974" y="5939275"/>
                  <a:pt x="6034821" y="5937859"/>
                </a:cubicBezTo>
                <a:cubicBezTo>
                  <a:pt x="6038161" y="5934602"/>
                  <a:pt x="6031751" y="5933707"/>
                  <a:pt x="6017545" y="5934700"/>
                </a:cubicBezTo>
                <a:cubicBezTo>
                  <a:pt x="5986623" y="5934847"/>
                  <a:pt x="5964327" y="5928008"/>
                  <a:pt x="5959576" y="5916918"/>
                </a:cubicBezTo>
                <a:cubicBezTo>
                  <a:pt x="5957896" y="5909980"/>
                  <a:pt x="5947588" y="5910029"/>
                  <a:pt x="5947880" y="5919751"/>
                </a:cubicBezTo>
                <a:cubicBezTo>
                  <a:pt x="5945662" y="5927633"/>
                  <a:pt x="5968249" y="5944195"/>
                  <a:pt x="5983016" y="5945514"/>
                </a:cubicBezTo>
                <a:cubicBezTo>
                  <a:pt x="5993323" y="5945465"/>
                  <a:pt x="5993883" y="5947777"/>
                  <a:pt x="5988327" y="5958915"/>
                </a:cubicBezTo>
                <a:cubicBezTo>
                  <a:pt x="5980821" y="5970527"/>
                  <a:pt x="5980821" y="5970527"/>
                  <a:pt x="5999778" y="5980623"/>
                </a:cubicBezTo>
                <a:cubicBezTo>
                  <a:pt x="6009817" y="5987985"/>
                  <a:pt x="6027652" y="5993456"/>
                  <a:pt x="6035450" y="5991567"/>
                </a:cubicBezTo>
                <a:cubicBezTo>
                  <a:pt x="6045757" y="5991518"/>
                  <a:pt x="6054116" y="5991941"/>
                  <a:pt x="6054676" y="5994253"/>
                </a:cubicBezTo>
                <a:cubicBezTo>
                  <a:pt x="6055236" y="5996566"/>
                  <a:pt x="6064154" y="5999301"/>
                  <a:pt x="6072512" y="5999725"/>
                </a:cubicBezTo>
                <a:cubicBezTo>
                  <a:pt x="6089228" y="6000571"/>
                  <a:pt x="6102897" y="6014397"/>
                  <a:pt x="6088691" y="6015391"/>
                </a:cubicBezTo>
                <a:cubicBezTo>
                  <a:pt x="6072535" y="6016856"/>
                  <a:pt x="6084815" y="6033467"/>
                  <a:pt x="6104041" y="6036154"/>
                </a:cubicBezTo>
                <a:cubicBezTo>
                  <a:pt x="6117417" y="6040257"/>
                  <a:pt x="6128286" y="6042521"/>
                  <a:pt x="6128846" y="6044833"/>
                </a:cubicBezTo>
                <a:cubicBezTo>
                  <a:pt x="6129966" y="6049458"/>
                  <a:pt x="6143612" y="6046152"/>
                  <a:pt x="6168394" y="6037700"/>
                </a:cubicBezTo>
                <a:cubicBezTo>
                  <a:pt x="6180091" y="6034865"/>
                  <a:pt x="6182601" y="6036706"/>
                  <a:pt x="6180382" y="6044588"/>
                </a:cubicBezTo>
                <a:cubicBezTo>
                  <a:pt x="6176215" y="6052942"/>
                  <a:pt x="6178724" y="6054782"/>
                  <a:pt x="6189861" y="6049636"/>
                </a:cubicBezTo>
                <a:cubicBezTo>
                  <a:pt x="6203507" y="6046330"/>
                  <a:pt x="6202946" y="6044017"/>
                  <a:pt x="6194297" y="6033872"/>
                </a:cubicBezTo>
                <a:cubicBezTo>
                  <a:pt x="6186208" y="6026039"/>
                  <a:pt x="6181748" y="6024671"/>
                  <a:pt x="6173122" y="6031658"/>
                </a:cubicBezTo>
                <a:cubicBezTo>
                  <a:pt x="6161157" y="6041901"/>
                  <a:pt x="6094562" y="6031106"/>
                  <a:pt x="6102068" y="6019495"/>
                </a:cubicBezTo>
                <a:cubicBezTo>
                  <a:pt x="6109574" y="6007883"/>
                  <a:pt x="6155823" y="6011368"/>
                  <a:pt x="6156675" y="6023401"/>
                </a:cubicBezTo>
                <a:cubicBezTo>
                  <a:pt x="6158356" y="6030339"/>
                  <a:pt x="6160865" y="6032180"/>
                  <a:pt x="6165593" y="6026138"/>
                </a:cubicBezTo>
                <a:cubicBezTo>
                  <a:pt x="6174220" y="6019151"/>
                  <a:pt x="6205702" y="6021316"/>
                  <a:pt x="6222149" y="6029573"/>
                </a:cubicBezTo>
                <a:cubicBezTo>
                  <a:pt x="6229118" y="6032780"/>
                  <a:pt x="6233577" y="6034148"/>
                  <a:pt x="6233017" y="6031836"/>
                </a:cubicBezTo>
                <a:cubicBezTo>
                  <a:pt x="6232456" y="6029523"/>
                  <a:pt x="6238865" y="6030419"/>
                  <a:pt x="6247783" y="6033155"/>
                </a:cubicBezTo>
                <a:cubicBezTo>
                  <a:pt x="6256701" y="6035890"/>
                  <a:pt x="6268958" y="6035369"/>
                  <a:pt x="6276756" y="6033480"/>
                </a:cubicBezTo>
                <a:cubicBezTo>
                  <a:pt x="6288452" y="6030646"/>
                  <a:pt x="6288452" y="6030646"/>
                  <a:pt x="6288452" y="6030646"/>
                </a:cubicBezTo>
                <a:cubicBezTo>
                  <a:pt x="6277876" y="6038104"/>
                  <a:pt x="6277876" y="6038104"/>
                  <a:pt x="6277876" y="6038104"/>
                </a:cubicBezTo>
                <a:cubicBezTo>
                  <a:pt x="6267860" y="6047876"/>
                  <a:pt x="6267860" y="6047876"/>
                  <a:pt x="6287087" y="6050563"/>
                </a:cubicBezTo>
                <a:cubicBezTo>
                  <a:pt x="6306312" y="6053250"/>
                  <a:pt x="6312989" y="6046735"/>
                  <a:pt x="6300440" y="6037534"/>
                </a:cubicBezTo>
                <a:cubicBezTo>
                  <a:pt x="6297370" y="6033382"/>
                  <a:pt x="6299880" y="6035222"/>
                  <a:pt x="6309359" y="6040270"/>
                </a:cubicBezTo>
                <a:cubicBezTo>
                  <a:pt x="6316888" y="6045791"/>
                  <a:pt x="6330265" y="6049894"/>
                  <a:pt x="6336114" y="6048477"/>
                </a:cubicBezTo>
                <a:cubicBezTo>
                  <a:pt x="6342522" y="6049372"/>
                  <a:pt x="6354779" y="6048852"/>
                  <a:pt x="6361187" y="6049747"/>
                </a:cubicBezTo>
                <a:cubicBezTo>
                  <a:pt x="6369544" y="6050170"/>
                  <a:pt x="6370374" y="6045073"/>
                  <a:pt x="6367573" y="6033511"/>
                </a:cubicBezTo>
                <a:cubicBezTo>
                  <a:pt x="6363383" y="6024734"/>
                  <a:pt x="6362822" y="6022421"/>
                  <a:pt x="6360604" y="6030304"/>
                </a:cubicBezTo>
                <a:cubicBezTo>
                  <a:pt x="6359775" y="6035400"/>
                  <a:pt x="6354488" y="6039130"/>
                  <a:pt x="6343620" y="6036865"/>
                </a:cubicBezTo>
                <a:cubicBezTo>
                  <a:pt x="6318546" y="6035597"/>
                  <a:pt x="6316305" y="6026346"/>
                  <a:pt x="6338309" y="6023464"/>
                </a:cubicBezTo>
                <a:cubicBezTo>
                  <a:pt x="6364212" y="6019636"/>
                  <a:pt x="6387067" y="6028788"/>
                  <a:pt x="6379561" y="6040399"/>
                </a:cubicBezTo>
                <a:cubicBezTo>
                  <a:pt x="6376223" y="6043656"/>
                  <a:pt x="6380682" y="6045024"/>
                  <a:pt x="6389869" y="6040350"/>
                </a:cubicBezTo>
                <a:cubicBezTo>
                  <a:pt x="6399616" y="6037989"/>
                  <a:pt x="6409923" y="6037939"/>
                  <a:pt x="6412433" y="6039779"/>
                </a:cubicBezTo>
                <a:cubicBezTo>
                  <a:pt x="6423032" y="6049454"/>
                  <a:pt x="6318591" y="6069860"/>
                  <a:pt x="6278191" y="6064958"/>
                </a:cubicBezTo>
                <a:cubicBezTo>
                  <a:pt x="6271782" y="6064063"/>
                  <a:pt x="6268444" y="6067320"/>
                  <a:pt x="6269004" y="6069633"/>
                </a:cubicBezTo>
                <a:cubicBezTo>
                  <a:pt x="6269565" y="6071945"/>
                  <a:pt x="6284891" y="6075576"/>
                  <a:pt x="6303556" y="6075951"/>
                </a:cubicBezTo>
                <a:cubicBezTo>
                  <a:pt x="6320272" y="6076798"/>
                  <a:pt x="6335599" y="6080429"/>
                  <a:pt x="6336159" y="6082741"/>
                </a:cubicBezTo>
                <a:cubicBezTo>
                  <a:pt x="6336159" y="6082741"/>
                  <a:pt x="6352315" y="6081276"/>
                  <a:pt x="6367350" y="6075184"/>
                </a:cubicBezTo>
                <a:cubicBezTo>
                  <a:pt x="6388793" y="6069989"/>
                  <a:pt x="6403000" y="6068996"/>
                  <a:pt x="6416377" y="6073098"/>
                </a:cubicBezTo>
                <a:cubicBezTo>
                  <a:pt x="6425855" y="6078147"/>
                  <a:pt x="6443132" y="6081305"/>
                  <a:pt x="6452879" y="6078944"/>
                </a:cubicBezTo>
                <a:cubicBezTo>
                  <a:pt x="6463186" y="6078895"/>
                  <a:pt x="6478513" y="6082527"/>
                  <a:pt x="6487991" y="6087575"/>
                </a:cubicBezTo>
                <a:cubicBezTo>
                  <a:pt x="6495521" y="6093095"/>
                  <a:pt x="6511407" y="6099039"/>
                  <a:pt x="6522275" y="6101303"/>
                </a:cubicBezTo>
                <a:cubicBezTo>
                  <a:pt x="6538162" y="6107247"/>
                  <a:pt x="6540112" y="6106774"/>
                  <a:pt x="6537871" y="6097525"/>
                </a:cubicBezTo>
                <a:cubicBezTo>
                  <a:pt x="6534509" y="6083649"/>
                  <a:pt x="6546205" y="6080815"/>
                  <a:pt x="6558754" y="6090016"/>
                </a:cubicBezTo>
                <a:cubicBezTo>
                  <a:pt x="6565722" y="6093225"/>
                  <a:pt x="6572131" y="6094120"/>
                  <a:pt x="6579368" y="6089919"/>
                </a:cubicBezTo>
                <a:cubicBezTo>
                  <a:pt x="6601910" y="6072216"/>
                  <a:pt x="6704154" y="6076823"/>
                  <a:pt x="6710586" y="6094850"/>
                </a:cubicBezTo>
                <a:cubicBezTo>
                  <a:pt x="6711707" y="6099475"/>
                  <a:pt x="6696672" y="6105566"/>
                  <a:pt x="6677737" y="6112602"/>
                </a:cubicBezTo>
                <a:cubicBezTo>
                  <a:pt x="6658804" y="6119637"/>
                  <a:pt x="6637920" y="6127145"/>
                  <a:pt x="6635141" y="6132714"/>
                </a:cubicBezTo>
                <a:cubicBezTo>
                  <a:pt x="6629854" y="6136443"/>
                  <a:pt x="6599784" y="6148625"/>
                  <a:pt x="6564694" y="6157127"/>
                </a:cubicBezTo>
                <a:cubicBezTo>
                  <a:pt x="6502873" y="6174552"/>
                  <a:pt x="6438250" y="6180417"/>
                  <a:pt x="6372216" y="6171934"/>
                </a:cubicBezTo>
                <a:cubicBezTo>
                  <a:pt x="6340733" y="6169768"/>
                  <a:pt x="6340733" y="6169768"/>
                  <a:pt x="6340733" y="6169768"/>
                </a:cubicBezTo>
                <a:cubicBezTo>
                  <a:pt x="6356597" y="6158580"/>
                  <a:pt x="6356597" y="6158580"/>
                  <a:pt x="6356597" y="6158580"/>
                </a:cubicBezTo>
                <a:cubicBezTo>
                  <a:pt x="6373022" y="6149704"/>
                  <a:pt x="6371072" y="6150176"/>
                  <a:pt x="6343220" y="6154476"/>
                </a:cubicBezTo>
                <a:cubicBezTo>
                  <a:pt x="6307570" y="6160666"/>
                  <a:pt x="6312566" y="6147213"/>
                  <a:pt x="6350165" y="6140552"/>
                </a:cubicBezTo>
                <a:cubicBezTo>
                  <a:pt x="6363812" y="6137246"/>
                  <a:pt x="6386645" y="6129267"/>
                  <a:pt x="6399170" y="6121335"/>
                </a:cubicBezTo>
                <a:cubicBezTo>
                  <a:pt x="6412255" y="6115717"/>
                  <a:pt x="6420882" y="6108730"/>
                  <a:pt x="6416984" y="6109675"/>
                </a:cubicBezTo>
                <a:cubicBezTo>
                  <a:pt x="6415034" y="6110147"/>
                  <a:pt x="6396929" y="6112085"/>
                  <a:pt x="6379384" y="6116337"/>
                </a:cubicBezTo>
                <a:cubicBezTo>
                  <a:pt x="6361279" y="6118274"/>
                  <a:pt x="6333427" y="6122574"/>
                  <a:pt x="6319781" y="6125880"/>
                </a:cubicBezTo>
                <a:cubicBezTo>
                  <a:pt x="6304185" y="6129659"/>
                  <a:pt x="6285520" y="6129284"/>
                  <a:pt x="6275212" y="6129334"/>
                </a:cubicBezTo>
                <a:cubicBezTo>
                  <a:pt x="6266294" y="6126598"/>
                  <a:pt x="6255987" y="6126646"/>
                  <a:pt x="6252089" y="6127591"/>
                </a:cubicBezTo>
                <a:cubicBezTo>
                  <a:pt x="6248190" y="6128536"/>
                  <a:pt x="6234252" y="6122120"/>
                  <a:pt x="6221704" y="6112920"/>
                </a:cubicBezTo>
                <a:cubicBezTo>
                  <a:pt x="6207206" y="6104190"/>
                  <a:pt x="6195778" y="6099615"/>
                  <a:pt x="6193828" y="6100086"/>
                </a:cubicBezTo>
                <a:cubicBezTo>
                  <a:pt x="6191879" y="6100560"/>
                  <a:pt x="6180743" y="6105706"/>
                  <a:pt x="6170996" y="6108067"/>
                </a:cubicBezTo>
                <a:cubicBezTo>
                  <a:pt x="6155400" y="6111846"/>
                  <a:pt x="6148992" y="6110949"/>
                  <a:pt x="6137833" y="6098964"/>
                </a:cubicBezTo>
                <a:cubicBezTo>
                  <a:pt x="6124164" y="6085139"/>
                  <a:pt x="6124164" y="6085139"/>
                  <a:pt x="6139759" y="6081360"/>
                </a:cubicBezTo>
                <a:cubicBezTo>
                  <a:pt x="6149506" y="6078999"/>
                  <a:pt x="6160373" y="6081262"/>
                  <a:pt x="6165393" y="6084943"/>
                </a:cubicBezTo>
                <a:cubicBezTo>
                  <a:pt x="6178502" y="6096456"/>
                  <a:pt x="6185179" y="6089942"/>
                  <a:pt x="6172070" y="6078429"/>
                </a:cubicBezTo>
                <a:cubicBezTo>
                  <a:pt x="6166491" y="6072435"/>
                  <a:pt x="6162031" y="6071068"/>
                  <a:pt x="6160082" y="6071540"/>
                </a:cubicBezTo>
                <a:cubicBezTo>
                  <a:pt x="6157304" y="6077109"/>
                  <a:pt x="6085130" y="6060321"/>
                  <a:pt x="6079550" y="6054328"/>
                </a:cubicBezTo>
                <a:cubicBezTo>
                  <a:pt x="6074530" y="6050648"/>
                  <a:pt x="6070632" y="6051592"/>
                  <a:pt x="6067293" y="6054849"/>
                </a:cubicBezTo>
                <a:cubicBezTo>
                  <a:pt x="6062005" y="6058579"/>
                  <a:pt x="6053647" y="6058156"/>
                  <a:pt x="6046678" y="6054948"/>
                </a:cubicBezTo>
                <a:cubicBezTo>
                  <a:pt x="6034690" y="6048059"/>
                  <a:pt x="5996239" y="6042686"/>
                  <a:pt x="5983153" y="6048304"/>
                </a:cubicBezTo>
                <a:cubicBezTo>
                  <a:pt x="5975356" y="6050194"/>
                  <a:pt x="5985686" y="6067276"/>
                  <a:pt x="5995994" y="6067227"/>
                </a:cubicBezTo>
                <a:cubicBezTo>
                  <a:pt x="6006301" y="6067178"/>
                  <a:pt x="6065681" y="6099308"/>
                  <a:pt x="6067362" y="6106245"/>
                </a:cubicBezTo>
                <a:cubicBezTo>
                  <a:pt x="6069042" y="6113182"/>
                  <a:pt x="6039778" y="6103135"/>
                  <a:pt x="6020822" y="6093039"/>
                </a:cubicBezTo>
                <a:cubicBezTo>
                  <a:pt x="6001304" y="6080630"/>
                  <a:pt x="5984880" y="6089506"/>
                  <a:pt x="5985463" y="6108950"/>
                </a:cubicBezTo>
                <a:cubicBezTo>
                  <a:pt x="5985195" y="6116360"/>
                  <a:pt x="5991895" y="6126978"/>
                  <a:pt x="6041820" y="6171190"/>
                </a:cubicBezTo>
                <a:cubicBezTo>
                  <a:pt x="6056049" y="6187329"/>
                  <a:pt x="6059119" y="6191480"/>
                  <a:pt x="6054391" y="6197523"/>
                </a:cubicBezTo>
                <a:cubicBezTo>
                  <a:pt x="6043814" y="6204982"/>
                  <a:pt x="5985286" y="6184886"/>
                  <a:pt x="5934824" y="6155492"/>
                </a:cubicBezTo>
                <a:cubicBezTo>
                  <a:pt x="5881291" y="6121947"/>
                  <a:pt x="5852857" y="6106802"/>
                  <a:pt x="5852027" y="6111899"/>
                </a:cubicBezTo>
                <a:cubicBezTo>
                  <a:pt x="5850638" y="6114685"/>
                  <a:pt x="5862626" y="6121573"/>
                  <a:pt x="5874055" y="6126148"/>
                </a:cubicBezTo>
                <a:cubicBezTo>
                  <a:pt x="5887992" y="6132565"/>
                  <a:pt x="5901100" y="6144078"/>
                  <a:pt x="5902782" y="6151014"/>
                </a:cubicBezTo>
                <a:cubicBezTo>
                  <a:pt x="5909212" y="6169042"/>
                  <a:pt x="5945177" y="6189708"/>
                  <a:pt x="5993668" y="6202442"/>
                </a:cubicBezTo>
                <a:cubicBezTo>
                  <a:pt x="6017351" y="6206496"/>
                  <a:pt x="6071421" y="6225222"/>
                  <a:pt x="6117133" y="6243527"/>
                </a:cubicBezTo>
                <a:cubicBezTo>
                  <a:pt x="6298298" y="6309803"/>
                  <a:pt x="6316134" y="6315275"/>
                  <a:pt x="6371861" y="6323806"/>
                </a:cubicBezTo>
                <a:cubicBezTo>
                  <a:pt x="6388578" y="6324654"/>
                  <a:pt x="6412262" y="6328708"/>
                  <a:pt x="6425640" y="6332812"/>
                </a:cubicBezTo>
                <a:cubicBezTo>
                  <a:pt x="6440405" y="6334130"/>
                  <a:pt x="6457122" y="6334977"/>
                  <a:pt x="6463530" y="6335872"/>
                </a:cubicBezTo>
                <a:cubicBezTo>
                  <a:pt x="6469378" y="6334455"/>
                  <a:pt x="6482756" y="6338558"/>
                  <a:pt x="6492234" y="6343608"/>
                </a:cubicBezTo>
                <a:cubicBezTo>
                  <a:pt x="6513701" y="6355544"/>
                  <a:pt x="6546864" y="6364647"/>
                  <a:pt x="6554662" y="6362758"/>
                </a:cubicBezTo>
                <a:cubicBezTo>
                  <a:pt x="6558561" y="6361813"/>
                  <a:pt x="6552981" y="6355819"/>
                  <a:pt x="6541553" y="6351244"/>
                </a:cubicBezTo>
                <a:cubicBezTo>
                  <a:pt x="6528736" y="6349453"/>
                  <a:pt x="6521207" y="6343933"/>
                  <a:pt x="6520646" y="6341621"/>
                </a:cubicBezTo>
                <a:cubicBezTo>
                  <a:pt x="6524814" y="6333265"/>
                  <a:pt x="6620920" y="6329568"/>
                  <a:pt x="6643775" y="6338719"/>
                </a:cubicBezTo>
                <a:cubicBezTo>
                  <a:pt x="6695894" y="6357918"/>
                  <a:pt x="6776136" y="6365408"/>
                  <a:pt x="6789490" y="6352380"/>
                </a:cubicBezTo>
                <a:cubicBezTo>
                  <a:pt x="6792828" y="6349122"/>
                  <a:pt x="6783910" y="6346386"/>
                  <a:pt x="6771654" y="6346908"/>
                </a:cubicBezTo>
                <a:cubicBezTo>
                  <a:pt x="6757447" y="6347902"/>
                  <a:pt x="6746019" y="6343325"/>
                  <a:pt x="6747409" y="6340541"/>
                </a:cubicBezTo>
                <a:cubicBezTo>
                  <a:pt x="6748238" y="6335443"/>
                  <a:pt x="6744339" y="6336389"/>
                  <a:pt x="6739050" y="6340118"/>
                </a:cubicBezTo>
                <a:cubicBezTo>
                  <a:pt x="6734323" y="6346160"/>
                  <a:pt x="6719556" y="6344841"/>
                  <a:pt x="6701160" y="6337057"/>
                </a:cubicBezTo>
                <a:cubicBezTo>
                  <a:pt x="6683323" y="6331586"/>
                  <a:pt x="6669386" y="6325170"/>
                  <a:pt x="6670775" y="6322385"/>
                </a:cubicBezTo>
                <a:cubicBezTo>
                  <a:pt x="6672164" y="6319600"/>
                  <a:pt x="6815033" y="6287435"/>
                  <a:pt x="6831188" y="6285969"/>
                </a:cubicBezTo>
                <a:cubicBezTo>
                  <a:pt x="6835647" y="6287336"/>
                  <a:pt x="6856531" y="6279830"/>
                  <a:pt x="6877974" y="6274633"/>
                </a:cubicBezTo>
                <a:cubicBezTo>
                  <a:pt x="6898857" y="6267126"/>
                  <a:pt x="6920301" y="6261931"/>
                  <a:pt x="6922811" y="6263770"/>
                </a:cubicBezTo>
                <a:cubicBezTo>
                  <a:pt x="6926709" y="6262826"/>
                  <a:pt x="6938407" y="6259993"/>
                  <a:pt x="6951492" y="6254374"/>
                </a:cubicBezTo>
                <a:cubicBezTo>
                  <a:pt x="6971815" y="6244553"/>
                  <a:pt x="6971815" y="6244553"/>
                  <a:pt x="6971815" y="6244553"/>
                </a:cubicBezTo>
                <a:cubicBezTo>
                  <a:pt x="6974908" y="6265839"/>
                  <a:pt x="6974908" y="6265839"/>
                  <a:pt x="6974908" y="6265839"/>
                </a:cubicBezTo>
                <a:cubicBezTo>
                  <a:pt x="6978829" y="6282025"/>
                  <a:pt x="6979950" y="6286650"/>
                  <a:pt x="6982729" y="6281081"/>
                </a:cubicBezTo>
                <a:cubicBezTo>
                  <a:pt x="6986067" y="6277823"/>
                  <a:pt x="6986336" y="6270413"/>
                  <a:pt x="6985216" y="6265789"/>
                </a:cubicBezTo>
                <a:cubicBezTo>
                  <a:pt x="6984094" y="6261164"/>
                  <a:pt x="6984924" y="6256066"/>
                  <a:pt x="6990212" y="6252337"/>
                </a:cubicBezTo>
                <a:cubicBezTo>
                  <a:pt x="6994110" y="6251393"/>
                  <a:pt x="6999690" y="6257386"/>
                  <a:pt x="7001371" y="6264323"/>
                </a:cubicBezTo>
                <a:cubicBezTo>
                  <a:pt x="7006682" y="6277726"/>
                  <a:pt x="7009192" y="6279565"/>
                  <a:pt x="7025616" y="6270690"/>
                </a:cubicBezTo>
                <a:cubicBezTo>
                  <a:pt x="7042040" y="6261815"/>
                  <a:pt x="7041480" y="6259502"/>
                  <a:pt x="7029222" y="6260023"/>
                </a:cubicBezTo>
                <a:cubicBezTo>
                  <a:pt x="7023375" y="6261441"/>
                  <a:pt x="7014457" y="6258705"/>
                  <a:pt x="7011387" y="6254552"/>
                </a:cubicBezTo>
                <a:cubicBezTo>
                  <a:pt x="7007756" y="6248087"/>
                  <a:pt x="7041995" y="6227552"/>
                  <a:pt x="7047573" y="6233543"/>
                </a:cubicBezTo>
                <a:cubicBezTo>
                  <a:pt x="7050083" y="6235384"/>
                  <a:pt x="7057881" y="6233494"/>
                  <a:pt x="7065119" y="6229294"/>
                </a:cubicBezTo>
                <a:cubicBezTo>
                  <a:pt x="7074306" y="6224619"/>
                  <a:pt x="7106886" y="6214277"/>
                  <a:pt x="7140586" y="6208561"/>
                </a:cubicBezTo>
                <a:cubicBezTo>
                  <a:pt x="7174287" y="6202844"/>
                  <a:pt x="7221072" y="6191510"/>
                  <a:pt x="7242516" y="6186314"/>
                </a:cubicBezTo>
                <a:cubicBezTo>
                  <a:pt x="7263961" y="6181119"/>
                  <a:pt x="7321053" y="6169735"/>
                  <a:pt x="7370349" y="6160239"/>
                </a:cubicBezTo>
                <a:cubicBezTo>
                  <a:pt x="7477299" y="6141672"/>
                  <a:pt x="7518797" y="6134067"/>
                  <a:pt x="7517676" y="6129442"/>
                </a:cubicBezTo>
                <a:cubicBezTo>
                  <a:pt x="7517116" y="6127129"/>
                  <a:pt x="7487315" y="6131901"/>
                  <a:pt x="7451665" y="6138091"/>
                </a:cubicBezTo>
                <a:cubicBezTo>
                  <a:pt x="7390112" y="6148107"/>
                  <a:pt x="7362529" y="6144997"/>
                  <a:pt x="7399007" y="6133711"/>
                </a:cubicBezTo>
                <a:cubicBezTo>
                  <a:pt x="7412093" y="6128092"/>
                  <a:pt x="7413482" y="6125307"/>
                  <a:pt x="7406514" y="6122099"/>
                </a:cubicBezTo>
                <a:cubicBezTo>
                  <a:pt x="7400105" y="6121204"/>
                  <a:pt x="7401494" y="6118419"/>
                  <a:pt x="7416529" y="6112327"/>
                </a:cubicBezTo>
                <a:cubicBezTo>
                  <a:pt x="7434903" y="6102980"/>
                  <a:pt x="7434903" y="6102980"/>
                  <a:pt x="7421257" y="6106286"/>
                </a:cubicBezTo>
                <a:cubicBezTo>
                  <a:pt x="7411510" y="6108648"/>
                  <a:pt x="7394794" y="6107801"/>
                  <a:pt x="7382537" y="6108323"/>
                </a:cubicBezTo>
                <a:cubicBezTo>
                  <a:pt x="7368331" y="6109317"/>
                  <a:pt x="7356074" y="6109837"/>
                  <a:pt x="7354125" y="6110310"/>
                </a:cubicBezTo>
                <a:cubicBezTo>
                  <a:pt x="7350226" y="6111254"/>
                  <a:pt x="7339918" y="6111304"/>
                  <a:pt x="7331561" y="6110881"/>
                </a:cubicBezTo>
                <a:cubicBezTo>
                  <a:pt x="7319304" y="6111401"/>
                  <a:pt x="7315965" y="6114659"/>
                  <a:pt x="7312358" y="6125325"/>
                </a:cubicBezTo>
                <a:cubicBezTo>
                  <a:pt x="7310700" y="6135520"/>
                  <a:pt x="7304852" y="6136936"/>
                  <a:pt x="7269202" y="6143126"/>
                </a:cubicBezTo>
                <a:cubicBezTo>
                  <a:pt x="7245809" y="6148793"/>
                  <a:pt x="7223244" y="6149363"/>
                  <a:pt x="7218786" y="6147996"/>
                </a:cubicBezTo>
                <a:cubicBezTo>
                  <a:pt x="7211817" y="6144788"/>
                  <a:pt x="7215716" y="6143843"/>
                  <a:pt x="7231311" y="6140065"/>
                </a:cubicBezTo>
                <a:cubicBezTo>
                  <a:pt x="7251366" y="6137655"/>
                  <a:pt x="7251366" y="6137655"/>
                  <a:pt x="7239378" y="6130766"/>
                </a:cubicBezTo>
                <a:cubicBezTo>
                  <a:pt x="7225440" y="6124350"/>
                  <a:pt x="7225440" y="6124350"/>
                  <a:pt x="7238257" y="6126140"/>
                </a:cubicBezTo>
                <a:cubicBezTo>
                  <a:pt x="7244666" y="6127037"/>
                  <a:pt x="7251074" y="6127932"/>
                  <a:pt x="7253584" y="6129773"/>
                </a:cubicBezTo>
                <a:cubicBezTo>
                  <a:pt x="7256093" y="6131613"/>
                  <a:pt x="7265011" y="6134348"/>
                  <a:pt x="7272808" y="6132458"/>
                </a:cubicBezTo>
                <a:cubicBezTo>
                  <a:pt x="7287015" y="6131465"/>
                  <a:pt x="7288965" y="6130993"/>
                  <a:pt x="7282826" y="6122688"/>
                </a:cubicBezTo>
                <a:cubicBezTo>
                  <a:pt x="7279195" y="6116223"/>
                  <a:pt x="7280584" y="6113438"/>
                  <a:pt x="7292281" y="6110604"/>
                </a:cubicBezTo>
                <a:cubicBezTo>
                  <a:pt x="7302588" y="6110556"/>
                  <a:pt x="7316234" y="6107248"/>
                  <a:pt x="7326541" y="6107200"/>
                </a:cubicBezTo>
                <a:cubicBezTo>
                  <a:pt x="7334339" y="6105310"/>
                  <a:pt x="7341576" y="6101110"/>
                  <a:pt x="7340456" y="6096483"/>
                </a:cubicBezTo>
                <a:cubicBezTo>
                  <a:pt x="7339896" y="6094171"/>
                  <a:pt x="7329588" y="6094221"/>
                  <a:pt x="7318452" y="6099368"/>
                </a:cubicBezTo>
                <a:cubicBezTo>
                  <a:pt x="7308705" y="6101729"/>
                  <a:pt x="7275565" y="6109758"/>
                  <a:pt x="7247152" y="6111745"/>
                </a:cubicBezTo>
                <a:cubicBezTo>
                  <a:pt x="7219300" y="6116044"/>
                  <a:pt x="7186160" y="6124073"/>
                  <a:pt x="7174463" y="6126907"/>
                </a:cubicBezTo>
                <a:cubicBezTo>
                  <a:pt x="7163327" y="6132054"/>
                  <a:pt x="7143833" y="6136776"/>
                  <a:pt x="7129066" y="6135458"/>
                </a:cubicBezTo>
                <a:cubicBezTo>
                  <a:pt x="7097584" y="6133292"/>
                  <a:pt x="7099534" y="6132821"/>
                  <a:pt x="7093708" y="6151369"/>
                </a:cubicBezTo>
                <a:cubicBezTo>
                  <a:pt x="7088711" y="6164821"/>
                  <a:pt x="7082863" y="6166236"/>
                  <a:pt x="7041926" y="6176156"/>
                </a:cubicBezTo>
                <a:cubicBezTo>
                  <a:pt x="6998478" y="6184234"/>
                  <a:pt x="6998478" y="6184234"/>
                  <a:pt x="7016291" y="6172573"/>
                </a:cubicBezTo>
                <a:cubicBezTo>
                  <a:pt x="7038832" y="6154872"/>
                  <a:pt x="7041611" y="6149302"/>
                  <a:pt x="7018778" y="6157282"/>
                </a:cubicBezTo>
                <a:cubicBezTo>
                  <a:pt x="6991218" y="6171303"/>
                  <a:pt x="6984810" y="6170408"/>
                  <a:pt x="6979498" y="6157006"/>
                </a:cubicBezTo>
                <a:cubicBezTo>
                  <a:pt x="6976697" y="6145443"/>
                  <a:pt x="6976137" y="6143131"/>
                  <a:pt x="7005938" y="6138359"/>
                </a:cubicBezTo>
                <a:cubicBezTo>
                  <a:pt x="7023483" y="6134108"/>
                  <a:pt x="7050775" y="6127496"/>
                  <a:pt x="7068319" y="6123245"/>
                </a:cubicBezTo>
                <a:cubicBezTo>
                  <a:pt x="7085865" y="6118994"/>
                  <a:pt x="7105919" y="6116585"/>
                  <a:pt x="7109818" y="6115639"/>
                </a:cubicBezTo>
                <a:cubicBezTo>
                  <a:pt x="7120125" y="6115591"/>
                  <a:pt x="7122635" y="6117430"/>
                  <a:pt x="7190304" y="6098587"/>
                </a:cubicBezTo>
                <a:cubicBezTo>
                  <a:pt x="7215647" y="6092447"/>
                  <a:pt x="7237651" y="6089565"/>
                  <a:pt x="7238211" y="6091877"/>
                </a:cubicBezTo>
                <a:cubicBezTo>
                  <a:pt x="7236822" y="6094662"/>
                  <a:pt x="7245180" y="6095085"/>
                  <a:pt x="7252978" y="6093196"/>
                </a:cubicBezTo>
                <a:cubicBezTo>
                  <a:pt x="7275811" y="6085216"/>
                  <a:pt x="7267721" y="6077383"/>
                  <a:pt x="7241258" y="6078898"/>
                </a:cubicBezTo>
                <a:cubicBezTo>
                  <a:pt x="7216744" y="6079941"/>
                  <a:pt x="7218694" y="6079469"/>
                  <a:pt x="7251834" y="6071440"/>
                </a:cubicBezTo>
                <a:cubicBezTo>
                  <a:pt x="7269379" y="6067189"/>
                  <a:pt x="7289434" y="6064778"/>
                  <a:pt x="7295842" y="6065674"/>
                </a:cubicBezTo>
                <a:cubicBezTo>
                  <a:pt x="7302251" y="6066569"/>
                  <a:pt x="7298912" y="6069827"/>
                  <a:pt x="7284705" y="6070820"/>
                </a:cubicBezTo>
                <a:cubicBezTo>
                  <a:pt x="7268550" y="6072285"/>
                  <a:pt x="7266601" y="6072759"/>
                  <a:pt x="7276639" y="6080119"/>
                </a:cubicBezTo>
                <a:cubicBezTo>
                  <a:pt x="7282219" y="6086112"/>
                  <a:pt x="7292526" y="6086063"/>
                  <a:pt x="7298374" y="6084646"/>
                </a:cubicBezTo>
                <a:cubicBezTo>
                  <a:pt x="7306172" y="6082756"/>
                  <a:pt x="7314530" y="6083180"/>
                  <a:pt x="7317040" y="6085020"/>
                </a:cubicBezTo>
                <a:cubicBezTo>
                  <a:pt x="7319550" y="6086860"/>
                  <a:pt x="7327908" y="6087283"/>
                  <a:pt x="7337655" y="6084922"/>
                </a:cubicBezTo>
                <a:cubicBezTo>
                  <a:pt x="7344892" y="6080721"/>
                  <a:pt x="7355759" y="6082983"/>
                  <a:pt x="7358829" y="6087136"/>
                </a:cubicBezTo>
                <a:cubicBezTo>
                  <a:pt x="7365530" y="6097754"/>
                  <a:pt x="7379175" y="6094448"/>
                  <a:pt x="7376375" y="6082885"/>
                </a:cubicBezTo>
                <a:cubicBezTo>
                  <a:pt x="7375254" y="6078260"/>
                  <a:pt x="7357417" y="6072789"/>
                  <a:pt x="7338752" y="6072415"/>
                </a:cubicBezTo>
                <a:cubicBezTo>
                  <a:pt x="7307270" y="6070249"/>
                  <a:pt x="7304760" y="6068410"/>
                  <a:pt x="7323694" y="6061374"/>
                </a:cubicBezTo>
                <a:cubicBezTo>
                  <a:pt x="7336780" y="6055755"/>
                  <a:pt x="7342068" y="6052026"/>
                  <a:pt x="7338437" y="6045561"/>
                </a:cubicBezTo>
                <a:cubicBezTo>
                  <a:pt x="7337317" y="6040937"/>
                  <a:pt x="7334807" y="6039096"/>
                  <a:pt x="7333419" y="6041881"/>
                </a:cubicBezTo>
                <a:cubicBezTo>
                  <a:pt x="7332029" y="6044666"/>
                  <a:pt x="7323671" y="6044242"/>
                  <a:pt x="7314753" y="6041507"/>
                </a:cubicBezTo>
                <a:cubicBezTo>
                  <a:pt x="7307224" y="6035985"/>
                  <a:pt x="7294967" y="6036507"/>
                  <a:pt x="7289119" y="6037924"/>
                </a:cubicBezTo>
                <a:cubicBezTo>
                  <a:pt x="7281882" y="6042126"/>
                  <a:pt x="7275473" y="6041230"/>
                  <a:pt x="7272403" y="6037078"/>
                </a:cubicBezTo>
                <a:cubicBezTo>
                  <a:pt x="7264313" y="6029245"/>
                  <a:pt x="7251789" y="6037176"/>
                  <a:pt x="7258488" y="6047793"/>
                </a:cubicBezTo>
                <a:cubicBezTo>
                  <a:pt x="7264068" y="6053785"/>
                  <a:pt x="7262679" y="6056571"/>
                  <a:pt x="7242625" y="6058982"/>
                </a:cubicBezTo>
                <a:cubicBezTo>
                  <a:pt x="7232317" y="6059031"/>
                  <a:pt x="7218671" y="6062336"/>
                  <a:pt x="7214772" y="6063281"/>
                </a:cubicBezTo>
                <a:cubicBezTo>
                  <a:pt x="7190819" y="6066636"/>
                  <a:pt x="7164356" y="6068152"/>
                  <a:pt x="7163235" y="6063526"/>
                </a:cubicBezTo>
                <a:cubicBezTo>
                  <a:pt x="7160726" y="6061686"/>
                  <a:pt x="7171862" y="6056540"/>
                  <a:pt x="7182998" y="6051393"/>
                </a:cubicBezTo>
                <a:cubicBezTo>
                  <a:pt x="7194135" y="6046247"/>
                  <a:pt x="7218356" y="6035482"/>
                  <a:pt x="7236730" y="6026135"/>
                </a:cubicBezTo>
                <a:cubicBezTo>
                  <a:pt x="7262341" y="6012586"/>
                  <a:pt x="7268750" y="6013481"/>
                  <a:pt x="7276279" y="6019001"/>
                </a:cubicBezTo>
                <a:cubicBezTo>
                  <a:pt x="7283807" y="6024522"/>
                  <a:pt x="7287707" y="6023577"/>
                  <a:pt x="7296333" y="6016590"/>
                </a:cubicBezTo>
                <a:cubicBezTo>
                  <a:pt x="7311637" y="6003090"/>
                  <a:pt x="7376797" y="5982407"/>
                  <a:pt x="7426653" y="5975225"/>
                </a:cubicBezTo>
                <a:cubicBezTo>
                  <a:pt x="7460354" y="5969509"/>
                  <a:pt x="7468151" y="5967619"/>
                  <a:pt x="7468420" y="5960209"/>
                </a:cubicBezTo>
                <a:cubicBezTo>
                  <a:pt x="7470638" y="5952327"/>
                  <a:pt x="7478436" y="5950438"/>
                  <a:pt x="7514086" y="5944248"/>
                </a:cubicBezTo>
                <a:cubicBezTo>
                  <a:pt x="7592915" y="5937391"/>
                  <a:pt x="7622716" y="5932619"/>
                  <a:pt x="7645549" y="5924639"/>
                </a:cubicBezTo>
                <a:cubicBezTo>
                  <a:pt x="7656685" y="5919493"/>
                  <a:pt x="7670892" y="5918499"/>
                  <a:pt x="7677860" y="5921708"/>
                </a:cubicBezTo>
                <a:cubicBezTo>
                  <a:pt x="7691237" y="5925811"/>
                  <a:pt x="7689848" y="5928597"/>
                  <a:pt x="7663117" y="5937521"/>
                </a:cubicBezTo>
                <a:cubicBezTo>
                  <a:pt x="7631096" y="5950175"/>
                  <a:pt x="7613284" y="5961834"/>
                  <a:pt x="7617473" y="5970613"/>
                </a:cubicBezTo>
                <a:cubicBezTo>
                  <a:pt x="7618594" y="5975238"/>
                  <a:pt x="7626391" y="5973349"/>
                  <a:pt x="7636968" y="5965890"/>
                </a:cubicBezTo>
                <a:cubicBezTo>
                  <a:pt x="7687070" y="5934165"/>
                  <a:pt x="7712681" y="5920616"/>
                  <a:pt x="7722159" y="5925664"/>
                </a:cubicBezTo>
                <a:cubicBezTo>
                  <a:pt x="7729128" y="5928872"/>
                  <a:pt x="7734976" y="5927455"/>
                  <a:pt x="7744992" y="5917684"/>
                </a:cubicBezTo>
                <a:cubicBezTo>
                  <a:pt x="7761685" y="5901399"/>
                  <a:pt x="7795923" y="5880864"/>
                  <a:pt x="7835180" y="5864007"/>
                </a:cubicBezTo>
                <a:cubicBezTo>
                  <a:pt x="7900609" y="5835915"/>
                  <a:pt x="7979123" y="5802203"/>
                  <a:pt x="7963259" y="5813391"/>
                </a:cubicBezTo>
                <a:cubicBezTo>
                  <a:pt x="7954072" y="5818066"/>
                  <a:pt x="7945445" y="5825051"/>
                  <a:pt x="7944617" y="5830149"/>
                </a:cubicBezTo>
                <a:cubicBezTo>
                  <a:pt x="7941838" y="5835719"/>
                  <a:pt x="7947686" y="5834302"/>
                  <a:pt x="7960211" y="5826370"/>
                </a:cubicBezTo>
                <a:cubicBezTo>
                  <a:pt x="7971348" y="5821225"/>
                  <a:pt x="7998908" y="5807203"/>
                  <a:pt x="8021182" y="5796910"/>
                </a:cubicBezTo>
                <a:cubicBezTo>
                  <a:pt x="8043454" y="5786618"/>
                  <a:pt x="8065726" y="5776324"/>
                  <a:pt x="8066555" y="5771228"/>
                </a:cubicBezTo>
                <a:cubicBezTo>
                  <a:pt x="8072672" y="5762401"/>
                  <a:pt x="8161494" y="5728641"/>
                  <a:pt x="8163175" y="5735578"/>
                </a:cubicBezTo>
                <a:cubicBezTo>
                  <a:pt x="8165684" y="5737418"/>
                  <a:pt x="8126159" y="5761684"/>
                  <a:pt x="8076885" y="5788311"/>
                </a:cubicBezTo>
                <a:cubicBezTo>
                  <a:pt x="8009799" y="5826598"/>
                  <a:pt x="7981678" y="5838306"/>
                  <a:pt x="7963573" y="5840245"/>
                </a:cubicBezTo>
                <a:cubicBezTo>
                  <a:pt x="7949928" y="5843552"/>
                  <a:pt x="7939059" y="5841288"/>
                  <a:pt x="7938500" y="5838975"/>
                </a:cubicBezTo>
                <a:cubicBezTo>
                  <a:pt x="7936818" y="5832038"/>
                  <a:pt x="7874729" y="5856874"/>
                  <a:pt x="7865273" y="5868958"/>
                </a:cubicBezTo>
                <a:cubicBezTo>
                  <a:pt x="7851919" y="5881986"/>
                  <a:pt x="7859448" y="5887507"/>
                  <a:pt x="7878381" y="5880471"/>
                </a:cubicBezTo>
                <a:cubicBezTo>
                  <a:pt x="7888129" y="5878109"/>
                  <a:pt x="7897876" y="5875748"/>
                  <a:pt x="7900385" y="5877588"/>
                </a:cubicBezTo>
                <a:cubicBezTo>
                  <a:pt x="7903455" y="5881740"/>
                  <a:pt x="7915152" y="5878907"/>
                  <a:pt x="7926848" y="5876073"/>
                </a:cubicBezTo>
                <a:cubicBezTo>
                  <a:pt x="7940495" y="5872767"/>
                  <a:pt x="7952751" y="5872245"/>
                  <a:pt x="7957210" y="5873614"/>
                </a:cubicBezTo>
                <a:cubicBezTo>
                  <a:pt x="7964179" y="5876822"/>
                  <a:pt x="7977265" y="5871202"/>
                  <a:pt x="7991739" y="5862799"/>
                </a:cubicBezTo>
                <a:cubicBezTo>
                  <a:pt x="8004826" y="5857181"/>
                  <a:pt x="8017351" y="5849249"/>
                  <a:pt x="8019861" y="5851090"/>
                </a:cubicBezTo>
                <a:cubicBezTo>
                  <a:pt x="8021811" y="5850618"/>
                  <a:pt x="8025978" y="5842264"/>
                  <a:pt x="8028195" y="5834381"/>
                </a:cubicBezTo>
                <a:cubicBezTo>
                  <a:pt x="8039018" y="5802381"/>
                  <a:pt x="8159298" y="5753654"/>
                  <a:pt x="8202769" y="5762708"/>
                </a:cubicBezTo>
                <a:cubicBezTo>
                  <a:pt x="8220605" y="5768180"/>
                  <a:pt x="8292734" y="5750705"/>
                  <a:pt x="8313885" y="5735787"/>
                </a:cubicBezTo>
                <a:cubicBezTo>
                  <a:pt x="8338937" y="5719925"/>
                  <a:pt x="8458972" y="5695740"/>
                  <a:pt x="8467621" y="5705885"/>
                </a:cubicBezTo>
                <a:cubicBezTo>
                  <a:pt x="8472642" y="5709565"/>
                  <a:pt x="8478490" y="5708148"/>
                  <a:pt x="8489066" y="5700690"/>
                </a:cubicBezTo>
                <a:cubicBezTo>
                  <a:pt x="8498252" y="5696016"/>
                  <a:pt x="8521085" y="5688036"/>
                  <a:pt x="8536680" y="5684258"/>
                </a:cubicBezTo>
                <a:cubicBezTo>
                  <a:pt x="8554785" y="5682319"/>
                  <a:pt x="8572330" y="5678069"/>
                  <a:pt x="8575669" y="5674812"/>
                </a:cubicBezTo>
                <a:cubicBezTo>
                  <a:pt x="8577059" y="5672026"/>
                  <a:pt x="8596553" y="5667303"/>
                  <a:pt x="8615218" y="5667678"/>
                </a:cubicBezTo>
                <a:cubicBezTo>
                  <a:pt x="8635272" y="5665268"/>
                  <a:pt x="8670922" y="5659079"/>
                  <a:pt x="8695704" y="5650626"/>
                </a:cubicBezTo>
                <a:cubicBezTo>
                  <a:pt x="8730233" y="5639812"/>
                  <a:pt x="8737471" y="5635611"/>
                  <a:pt x="8733840" y="5629146"/>
                </a:cubicBezTo>
                <a:cubicBezTo>
                  <a:pt x="8726020" y="5613903"/>
                  <a:pt x="8706795" y="5611216"/>
                  <a:pt x="8665028" y="5626232"/>
                </a:cubicBezTo>
                <a:cubicBezTo>
                  <a:pt x="8624651" y="5638462"/>
                  <a:pt x="8590389" y="5641867"/>
                  <a:pt x="8579230" y="5629881"/>
                </a:cubicBezTo>
                <a:cubicBezTo>
                  <a:pt x="8576160" y="5625729"/>
                  <a:pt x="8572821" y="5628986"/>
                  <a:pt x="8568094" y="5635027"/>
                </a:cubicBezTo>
                <a:cubicBezTo>
                  <a:pt x="8565315" y="5640597"/>
                  <a:pt x="8558079" y="5644799"/>
                  <a:pt x="8547770" y="5644847"/>
                </a:cubicBezTo>
                <a:cubicBezTo>
                  <a:pt x="8531055" y="5644002"/>
                  <a:pt x="8531055" y="5644002"/>
                  <a:pt x="8531055" y="5644002"/>
                </a:cubicBezTo>
                <a:cubicBezTo>
                  <a:pt x="8548039" y="5637438"/>
                  <a:pt x="8548039" y="5637438"/>
                  <a:pt x="8548039" y="5637438"/>
                </a:cubicBezTo>
                <a:cubicBezTo>
                  <a:pt x="8566413" y="5628091"/>
                  <a:pt x="8566413" y="5628091"/>
                  <a:pt x="8566413" y="5628091"/>
                </a:cubicBezTo>
                <a:cubicBezTo>
                  <a:pt x="8548308" y="5630029"/>
                  <a:pt x="8548308" y="5630029"/>
                  <a:pt x="8548308" y="5630029"/>
                </a:cubicBezTo>
                <a:cubicBezTo>
                  <a:pt x="8509588" y="5632065"/>
                  <a:pt x="8605939" y="5603824"/>
                  <a:pt x="8669441" y="5593336"/>
                </a:cubicBezTo>
                <a:cubicBezTo>
                  <a:pt x="8705092" y="5587148"/>
                  <a:pt x="8736842" y="5581903"/>
                  <a:pt x="8736842" y="5581903"/>
                </a:cubicBezTo>
                <a:cubicBezTo>
                  <a:pt x="8738791" y="5581431"/>
                  <a:pt x="8736281" y="5579590"/>
                  <a:pt x="8733772" y="5577750"/>
                </a:cubicBezTo>
                <a:cubicBezTo>
                  <a:pt x="8730702" y="5573598"/>
                  <a:pt x="8743788" y="5567979"/>
                  <a:pt x="8768571" y="5559527"/>
                </a:cubicBezTo>
                <a:cubicBezTo>
                  <a:pt x="8791963" y="5553860"/>
                  <a:pt x="8832340" y="5541629"/>
                  <a:pt x="8861582" y="5534545"/>
                </a:cubicBezTo>
                <a:cubicBezTo>
                  <a:pt x="8888313" y="5525619"/>
                  <a:pt x="8937050" y="5513812"/>
                  <a:pt x="8968801" y="5508568"/>
                </a:cubicBezTo>
                <a:cubicBezTo>
                  <a:pt x="9119197" y="5481923"/>
                  <a:pt x="9152898" y="5476206"/>
                  <a:pt x="9184650" y="5470962"/>
                </a:cubicBezTo>
                <a:cubicBezTo>
                  <a:pt x="9202193" y="5466712"/>
                  <a:pt x="9233944" y="5461467"/>
                  <a:pt x="9252879" y="5454431"/>
                </a:cubicBezTo>
                <a:cubicBezTo>
                  <a:pt x="9291306" y="5442673"/>
                  <a:pt x="9291306" y="5442673"/>
                  <a:pt x="9291306" y="5442673"/>
                </a:cubicBezTo>
                <a:cubicBezTo>
                  <a:pt x="9259557" y="5447917"/>
                  <a:pt x="9259557" y="5447917"/>
                  <a:pt x="9259557" y="5447917"/>
                </a:cubicBezTo>
                <a:cubicBezTo>
                  <a:pt x="9243401" y="5449384"/>
                  <a:pt x="9226684" y="5448536"/>
                  <a:pt x="9224175" y="5446697"/>
                </a:cubicBezTo>
                <a:cubicBezTo>
                  <a:pt x="9221104" y="5442543"/>
                  <a:pt x="9201810" y="5447267"/>
                  <a:pt x="9180727" y="5454775"/>
                </a:cubicBezTo>
                <a:cubicBezTo>
                  <a:pt x="9144808" y="5468373"/>
                  <a:pt x="9091614" y="5478812"/>
                  <a:pt x="9010836" y="5486143"/>
                </a:cubicBezTo>
                <a:cubicBezTo>
                  <a:pt x="8988831" y="5489025"/>
                  <a:pt x="8962929" y="5492853"/>
                  <a:pt x="8954571" y="5492429"/>
                </a:cubicBezTo>
                <a:cubicBezTo>
                  <a:pt x="8944824" y="5494790"/>
                  <a:pt x="8956520" y="5491958"/>
                  <a:pt x="8979353" y="5483977"/>
                </a:cubicBezTo>
                <a:cubicBezTo>
                  <a:pt x="9000236" y="5476470"/>
                  <a:pt x="9024190" y="5473114"/>
                  <a:pt x="9033108" y="5475850"/>
                </a:cubicBezTo>
                <a:cubicBezTo>
                  <a:pt x="9043976" y="5478114"/>
                  <a:pt x="9064860" y="5470605"/>
                  <a:pt x="9106066" y="5453278"/>
                </a:cubicBezTo>
                <a:cubicBezTo>
                  <a:pt x="9138085" y="5440623"/>
                  <a:pt x="9155070" y="5434061"/>
                  <a:pt x="9142544" y="5441992"/>
                </a:cubicBezTo>
                <a:cubicBezTo>
                  <a:pt x="9122782" y="5454124"/>
                  <a:pt x="9122782" y="5454124"/>
                  <a:pt x="9157311" y="5443310"/>
                </a:cubicBezTo>
                <a:cubicBezTo>
                  <a:pt x="9178194" y="5435803"/>
                  <a:pt x="9191280" y="5430184"/>
                  <a:pt x="9186261" y="5426504"/>
                </a:cubicBezTo>
                <a:cubicBezTo>
                  <a:pt x="9183192" y="5422352"/>
                  <a:pt x="9186530" y="5419094"/>
                  <a:pt x="9192378" y="5417677"/>
                </a:cubicBezTo>
                <a:cubicBezTo>
                  <a:pt x="9197665" y="5413947"/>
                  <a:pt x="9204634" y="5417157"/>
                  <a:pt x="9205195" y="5419469"/>
                </a:cubicBezTo>
                <a:cubicBezTo>
                  <a:pt x="9206315" y="5424093"/>
                  <a:pt x="9204366" y="5424566"/>
                  <a:pt x="9200467" y="5425511"/>
                </a:cubicBezTo>
                <a:cubicBezTo>
                  <a:pt x="9197957" y="5423670"/>
                  <a:pt x="9196009" y="5424142"/>
                  <a:pt x="9197128" y="5428767"/>
                </a:cubicBezTo>
                <a:cubicBezTo>
                  <a:pt x="9198250" y="5433392"/>
                  <a:pt x="9206607" y="5433815"/>
                  <a:pt x="9215793" y="5429141"/>
                </a:cubicBezTo>
                <a:cubicBezTo>
                  <a:pt x="9227490" y="5426308"/>
                  <a:pt x="9234168" y="5419794"/>
                  <a:pt x="9233047" y="5415169"/>
                </a:cubicBezTo>
                <a:cubicBezTo>
                  <a:pt x="9229977" y="5411017"/>
                  <a:pt x="9241113" y="5405870"/>
                  <a:pt x="9266455" y="5399730"/>
                </a:cubicBezTo>
                <a:cubicBezTo>
                  <a:pt x="9285950" y="5395007"/>
                  <a:pt x="9324378" y="5383248"/>
                  <a:pt x="9351671" y="5376637"/>
                </a:cubicBezTo>
                <a:cubicBezTo>
                  <a:pt x="9405693" y="5361099"/>
                  <a:pt x="9422409" y="5361946"/>
                  <a:pt x="9386491" y="5375544"/>
                </a:cubicBezTo>
                <a:cubicBezTo>
                  <a:pt x="9367558" y="5382580"/>
                  <a:pt x="9372018" y="5383947"/>
                  <a:pt x="9403207" y="5376392"/>
                </a:cubicBezTo>
                <a:cubicBezTo>
                  <a:pt x="9429110" y="5372564"/>
                  <a:pt x="9446094" y="5366001"/>
                  <a:pt x="9446923" y="5360904"/>
                </a:cubicBezTo>
                <a:cubicBezTo>
                  <a:pt x="9454429" y="5349293"/>
                  <a:pt x="9502336" y="5342582"/>
                  <a:pt x="9530480" y="5348004"/>
                </a:cubicBezTo>
                <a:cubicBezTo>
                  <a:pt x="9554724" y="5354372"/>
                  <a:pt x="9554724" y="5354372"/>
                  <a:pt x="9554724" y="5354372"/>
                </a:cubicBezTo>
                <a:cubicBezTo>
                  <a:pt x="9512397" y="5367074"/>
                  <a:pt x="9512397" y="5367074"/>
                  <a:pt x="9512397" y="5367074"/>
                </a:cubicBezTo>
                <a:cubicBezTo>
                  <a:pt x="9462273" y="5381667"/>
                  <a:pt x="9461175" y="5394173"/>
                  <a:pt x="9509911" y="5382366"/>
                </a:cubicBezTo>
                <a:cubicBezTo>
                  <a:pt x="9525507" y="5378587"/>
                  <a:pt x="9548899" y="5372920"/>
                  <a:pt x="9559206" y="5372870"/>
                </a:cubicBezTo>
                <a:cubicBezTo>
                  <a:pt x="9568953" y="5370509"/>
                  <a:pt x="9582600" y="5367204"/>
                  <a:pt x="9587888" y="5363474"/>
                </a:cubicBezTo>
                <a:cubicBezTo>
                  <a:pt x="9595685" y="5361585"/>
                  <a:pt x="9596245" y="5363897"/>
                  <a:pt x="9594027" y="5371780"/>
                </a:cubicBezTo>
                <a:cubicBezTo>
                  <a:pt x="9591810" y="5379660"/>
                  <a:pt x="9592930" y="5384287"/>
                  <a:pt x="9599899" y="5387494"/>
                </a:cubicBezTo>
                <a:cubicBezTo>
                  <a:pt x="9613276" y="5391598"/>
                  <a:pt x="9651436" y="5387249"/>
                  <a:pt x="9647245" y="5378471"/>
                </a:cubicBezTo>
                <a:cubicBezTo>
                  <a:pt x="9646125" y="5373846"/>
                  <a:pt x="9641666" y="5372479"/>
                  <a:pt x="9639717" y="5372950"/>
                </a:cubicBezTo>
                <a:cubicBezTo>
                  <a:pt x="9628019" y="5375784"/>
                  <a:pt x="9654460" y="5357138"/>
                  <a:pt x="9669495" y="5351047"/>
                </a:cubicBezTo>
                <a:cubicBezTo>
                  <a:pt x="9676733" y="5346845"/>
                  <a:pt x="9683141" y="5347741"/>
                  <a:pt x="9681751" y="5350526"/>
                </a:cubicBezTo>
                <a:cubicBezTo>
                  <a:pt x="9682044" y="5360248"/>
                  <a:pt x="9686502" y="5361615"/>
                  <a:pt x="9714354" y="5357315"/>
                </a:cubicBezTo>
                <a:cubicBezTo>
                  <a:pt x="9726051" y="5354481"/>
                  <a:pt x="9731899" y="5353066"/>
                  <a:pt x="9726881" y="5349385"/>
                </a:cubicBezTo>
                <a:cubicBezTo>
                  <a:pt x="9723811" y="5345233"/>
                  <a:pt x="9732996" y="5340559"/>
                  <a:pt x="9749981" y="5333996"/>
                </a:cubicBezTo>
                <a:cubicBezTo>
                  <a:pt x="9776153" y="5322758"/>
                  <a:pt x="9776153" y="5322758"/>
                  <a:pt x="9756098" y="5325169"/>
                </a:cubicBezTo>
                <a:cubicBezTo>
                  <a:pt x="9744402" y="5328002"/>
                  <a:pt x="9731584" y="5326212"/>
                  <a:pt x="9728514" y="5322059"/>
                </a:cubicBezTo>
                <a:cubicBezTo>
                  <a:pt x="9724885" y="5315594"/>
                  <a:pt x="9726273" y="5312808"/>
                  <a:pt x="9740481" y="5311815"/>
                </a:cubicBezTo>
                <a:cubicBezTo>
                  <a:pt x="9756636" y="5310349"/>
                  <a:pt x="9759414" y="5304780"/>
                  <a:pt x="9751593" y="5289537"/>
                </a:cubicBezTo>
                <a:cubicBezTo>
                  <a:pt x="9749913" y="5282600"/>
                  <a:pt x="9757710" y="5280711"/>
                  <a:pt x="9778326" y="5280613"/>
                </a:cubicBezTo>
                <a:cubicBezTo>
                  <a:pt x="9792531" y="5279619"/>
                  <a:pt x="9792531" y="5279619"/>
                  <a:pt x="9792531" y="5279619"/>
                </a:cubicBezTo>
                <a:cubicBezTo>
                  <a:pt x="9780006" y="5287550"/>
                  <a:pt x="9780006" y="5287550"/>
                  <a:pt x="9780006" y="5287550"/>
                </a:cubicBezTo>
                <a:cubicBezTo>
                  <a:pt x="9773329" y="5294065"/>
                  <a:pt x="9786975" y="5290757"/>
                  <a:pt x="9809247" y="5280466"/>
                </a:cubicBezTo>
                <a:cubicBezTo>
                  <a:pt x="9832080" y="5272485"/>
                  <a:pt x="9858812" y="5263561"/>
                  <a:pt x="9871068" y="5263039"/>
                </a:cubicBezTo>
                <a:cubicBezTo>
                  <a:pt x="9883325" y="5262518"/>
                  <a:pt x="9896410" y="5256900"/>
                  <a:pt x="9901138" y="5250857"/>
                </a:cubicBezTo>
                <a:cubicBezTo>
                  <a:pt x="9907816" y="5244343"/>
                  <a:pt x="9893609" y="5245338"/>
                  <a:pt x="9848773" y="5256199"/>
                </a:cubicBezTo>
                <a:cubicBezTo>
                  <a:pt x="9799477" y="5265695"/>
                  <a:pt x="9787220" y="5266217"/>
                  <a:pt x="9785539" y="5259279"/>
                </a:cubicBezTo>
                <a:cubicBezTo>
                  <a:pt x="9785808" y="5251870"/>
                  <a:pt x="9791097" y="5248141"/>
                  <a:pt x="9801404" y="5248091"/>
                </a:cubicBezTo>
                <a:cubicBezTo>
                  <a:pt x="9809201" y="5246202"/>
                  <a:pt x="9831205" y="5243319"/>
                  <a:pt x="9849310" y="5241381"/>
                </a:cubicBezTo>
                <a:cubicBezTo>
                  <a:pt x="9867415" y="5239443"/>
                  <a:pt x="9889419" y="5236559"/>
                  <a:pt x="9897217" y="5234670"/>
                </a:cubicBezTo>
                <a:cubicBezTo>
                  <a:pt x="9909474" y="5234150"/>
                  <a:pt x="9912813" y="5230892"/>
                  <a:pt x="9907793" y="5227212"/>
                </a:cubicBezTo>
                <a:cubicBezTo>
                  <a:pt x="9904723" y="5223059"/>
                  <a:pt x="9908062" y="5219802"/>
                  <a:pt x="9919198" y="5214656"/>
                </a:cubicBezTo>
                <a:cubicBezTo>
                  <a:pt x="9928945" y="5212294"/>
                  <a:pt x="9932283" y="5209038"/>
                  <a:pt x="9923926" y="5208615"/>
                </a:cubicBezTo>
                <a:cubicBezTo>
                  <a:pt x="9918078" y="5210032"/>
                  <a:pt x="9907770" y="5210080"/>
                  <a:pt x="9899972" y="5211969"/>
                </a:cubicBezTo>
                <a:cubicBezTo>
                  <a:pt x="9894124" y="5213386"/>
                  <a:pt x="9889105" y="5209705"/>
                  <a:pt x="9887984" y="5205081"/>
                </a:cubicBezTo>
                <a:cubicBezTo>
                  <a:pt x="9889373" y="5202296"/>
                  <a:pt x="9882964" y="5201401"/>
                  <a:pt x="9875168" y="5203290"/>
                </a:cubicBezTo>
                <a:cubicBezTo>
                  <a:pt x="9867930" y="5207491"/>
                  <a:pt x="9851775" y="5208957"/>
                  <a:pt x="9841466" y="5209006"/>
                </a:cubicBezTo>
                <a:cubicBezTo>
                  <a:pt x="9829210" y="5209527"/>
                  <a:pt x="9797460" y="5214772"/>
                  <a:pt x="9770727" y="5223697"/>
                </a:cubicBezTo>
                <a:cubicBezTo>
                  <a:pt x="9743995" y="5232621"/>
                  <a:pt x="9718093" y="5236449"/>
                  <a:pt x="9713634" y="5235081"/>
                </a:cubicBezTo>
                <a:cubicBezTo>
                  <a:pt x="9708614" y="5231401"/>
                  <a:pt x="9702766" y="5232817"/>
                  <a:pt x="9701377" y="5235602"/>
                </a:cubicBezTo>
                <a:cubicBezTo>
                  <a:pt x="9696089" y="5239332"/>
                  <a:pt x="9586675" y="5290322"/>
                  <a:pt x="9550757" y="5303920"/>
                </a:cubicBezTo>
                <a:cubicBezTo>
                  <a:pt x="9539061" y="5306754"/>
                  <a:pt x="9505920" y="5314783"/>
                  <a:pt x="9476679" y="5321868"/>
                </a:cubicBezTo>
                <a:cubicBezTo>
                  <a:pt x="9435181" y="5329474"/>
                  <a:pt x="9422095" y="5335092"/>
                  <a:pt x="9421266" y="5340189"/>
                </a:cubicBezTo>
                <a:cubicBezTo>
                  <a:pt x="9420998" y="5347599"/>
                  <a:pt x="9418488" y="5345758"/>
                  <a:pt x="9412909" y="5339766"/>
                </a:cubicBezTo>
                <a:cubicBezTo>
                  <a:pt x="9409839" y="5335614"/>
                  <a:pt x="9402869" y="5332405"/>
                  <a:pt x="9399531" y="5335663"/>
                </a:cubicBezTo>
                <a:cubicBezTo>
                  <a:pt x="9389784" y="5338024"/>
                  <a:pt x="9389784" y="5338024"/>
                  <a:pt x="9398702" y="5340760"/>
                </a:cubicBezTo>
                <a:cubicBezTo>
                  <a:pt x="9412080" y="5344863"/>
                  <a:pt x="9406791" y="5348592"/>
                  <a:pt x="9387565" y="5345906"/>
                </a:cubicBezTo>
                <a:cubicBezTo>
                  <a:pt x="9375309" y="5346427"/>
                  <a:pt x="9371410" y="5347372"/>
                  <a:pt x="9373651" y="5356622"/>
                </a:cubicBezTo>
                <a:cubicBezTo>
                  <a:pt x="9373942" y="5366344"/>
                  <a:pt x="9373382" y="5364031"/>
                  <a:pt x="9369192" y="5355254"/>
                </a:cubicBezTo>
                <a:cubicBezTo>
                  <a:pt x="9366391" y="5343692"/>
                  <a:pt x="9361932" y="5342324"/>
                  <a:pt x="9354134" y="5344213"/>
                </a:cubicBezTo>
                <a:cubicBezTo>
                  <a:pt x="9348285" y="5345630"/>
                  <a:pt x="9343826" y="5344261"/>
                  <a:pt x="9343266" y="5341950"/>
                </a:cubicBezTo>
                <a:cubicBezTo>
                  <a:pt x="9344655" y="5339165"/>
                  <a:pt x="9351332" y="5332651"/>
                  <a:pt x="9359690" y="5333073"/>
                </a:cubicBezTo>
                <a:cubicBezTo>
                  <a:pt x="9388933" y="5325990"/>
                  <a:pt x="9445734" y="5304883"/>
                  <a:pt x="9446563" y="5299786"/>
                </a:cubicBezTo>
                <a:cubicBezTo>
                  <a:pt x="9447953" y="5297002"/>
                  <a:pt x="9446003" y="5297474"/>
                  <a:pt x="9442104" y="5298419"/>
                </a:cubicBezTo>
                <a:cubicBezTo>
                  <a:pt x="9436255" y="5299835"/>
                  <a:pt x="9431236" y="5296155"/>
                  <a:pt x="9426217" y="5292474"/>
                </a:cubicBezTo>
                <a:cubicBezTo>
                  <a:pt x="9423147" y="5288322"/>
                  <a:pt x="9424537" y="5285537"/>
                  <a:pt x="9426485" y="5285065"/>
                </a:cubicBezTo>
                <a:cubicBezTo>
                  <a:pt x="9430945" y="5286433"/>
                  <a:pt x="9432894" y="5285961"/>
                  <a:pt x="9431773" y="5281336"/>
                </a:cubicBezTo>
                <a:cubicBezTo>
                  <a:pt x="9430092" y="5274397"/>
                  <a:pt x="9398341" y="5279642"/>
                  <a:pt x="9385816" y="5287573"/>
                </a:cubicBezTo>
                <a:cubicBezTo>
                  <a:pt x="9379140" y="5294088"/>
                  <a:pt x="9379699" y="5296400"/>
                  <a:pt x="9386108" y="5297295"/>
                </a:cubicBezTo>
                <a:cubicBezTo>
                  <a:pt x="9391127" y="5300975"/>
                  <a:pt x="9389178" y="5301448"/>
                  <a:pt x="9378041" y="5306594"/>
                </a:cubicBezTo>
                <a:cubicBezTo>
                  <a:pt x="9368295" y="5308956"/>
                  <a:pt x="9357426" y="5306693"/>
                  <a:pt x="9354356" y="5302540"/>
                </a:cubicBezTo>
                <a:cubicBezTo>
                  <a:pt x="9351287" y="5298387"/>
                  <a:pt x="9339030" y="5298908"/>
                  <a:pt x="9322046" y="5305471"/>
                </a:cubicBezTo>
                <a:cubicBezTo>
                  <a:pt x="9297823" y="5316236"/>
                  <a:pt x="9293364" y="5314868"/>
                  <a:pt x="9293074" y="5305146"/>
                </a:cubicBezTo>
                <a:cubicBezTo>
                  <a:pt x="9293341" y="5297737"/>
                  <a:pt x="9288882" y="5296368"/>
                  <a:pt x="9275796" y="5301987"/>
                </a:cubicBezTo>
                <a:cubicBezTo>
                  <a:pt x="9264661" y="5307134"/>
                  <a:pt x="9263271" y="5309918"/>
                  <a:pt x="9271070" y="5308029"/>
                </a:cubicBezTo>
                <a:cubicBezTo>
                  <a:pt x="9289174" y="5306091"/>
                  <a:pt x="9289466" y="5315812"/>
                  <a:pt x="9269972" y="5320535"/>
                </a:cubicBezTo>
                <a:cubicBezTo>
                  <a:pt x="9261613" y="5320113"/>
                  <a:pt x="9255205" y="5319217"/>
                  <a:pt x="9254644" y="5316905"/>
                </a:cubicBezTo>
                <a:cubicBezTo>
                  <a:pt x="9256034" y="5314120"/>
                  <a:pt x="9238490" y="5318370"/>
                  <a:pt x="9215657" y="5326351"/>
                </a:cubicBezTo>
                <a:cubicBezTo>
                  <a:pt x="9169990" y="5342311"/>
                  <a:pt x="9082826" y="5365877"/>
                  <a:pt x="9074468" y="5365453"/>
                </a:cubicBezTo>
                <a:cubicBezTo>
                  <a:pt x="9071959" y="5363613"/>
                  <a:pt x="9111777" y="5349070"/>
                  <a:pt x="9163290" y="5331694"/>
                </a:cubicBezTo>
                <a:cubicBezTo>
                  <a:pt x="9214244" y="5312004"/>
                  <a:pt x="9257960" y="5296516"/>
                  <a:pt x="9256840" y="5291891"/>
                </a:cubicBezTo>
                <a:cubicBezTo>
                  <a:pt x="9254330" y="5290051"/>
                  <a:pt x="9262127" y="5288161"/>
                  <a:pt x="9271875" y="5285799"/>
                </a:cubicBezTo>
                <a:cubicBezTo>
                  <a:pt x="9282182" y="5285751"/>
                  <a:pt x="9295829" y="5282445"/>
                  <a:pt x="9303626" y="5280556"/>
                </a:cubicBezTo>
                <a:cubicBezTo>
                  <a:pt x="9308915" y="5276827"/>
                  <a:pt x="9313373" y="5278194"/>
                  <a:pt x="9312544" y="5283291"/>
                </a:cubicBezTo>
                <a:cubicBezTo>
                  <a:pt x="9313104" y="5285604"/>
                  <a:pt x="9307817" y="5289333"/>
                  <a:pt x="9302528" y="5293062"/>
                </a:cubicBezTo>
                <a:cubicBezTo>
                  <a:pt x="9296680" y="5294480"/>
                  <a:pt x="9299189" y="5296320"/>
                  <a:pt x="9309498" y="5296271"/>
                </a:cubicBezTo>
                <a:cubicBezTo>
                  <a:pt x="9328723" y="5298957"/>
                  <a:pt x="9394711" y="5273177"/>
                  <a:pt x="9390521" y="5264399"/>
                </a:cubicBezTo>
                <a:cubicBezTo>
                  <a:pt x="9387451" y="5260247"/>
                  <a:pt x="9375754" y="5263081"/>
                  <a:pt x="9360719" y="5269171"/>
                </a:cubicBezTo>
                <a:cubicBezTo>
                  <a:pt x="9337886" y="5277151"/>
                  <a:pt x="9337886" y="5277151"/>
                  <a:pt x="9342883" y="5263700"/>
                </a:cubicBezTo>
                <a:cubicBezTo>
                  <a:pt x="9347319" y="5247936"/>
                  <a:pt x="9351218" y="5246991"/>
                  <a:pt x="9409432" y="5240232"/>
                </a:cubicBezTo>
                <a:cubicBezTo>
                  <a:pt x="9435335" y="5236405"/>
                  <a:pt x="9442573" y="5232203"/>
                  <a:pt x="9450639" y="5222905"/>
                </a:cubicBezTo>
                <a:cubicBezTo>
                  <a:pt x="9462043" y="5210349"/>
                  <a:pt x="9470402" y="5210771"/>
                  <a:pt x="9467354" y="5223751"/>
                </a:cubicBezTo>
                <a:cubicBezTo>
                  <a:pt x="9466525" y="5228848"/>
                  <a:pt x="9459848" y="5235362"/>
                  <a:pt x="9450661" y="5240036"/>
                </a:cubicBezTo>
                <a:cubicBezTo>
                  <a:pt x="9437577" y="5245655"/>
                  <a:pt x="9437577" y="5245655"/>
                  <a:pt x="9459580" y="5242772"/>
                </a:cubicBezTo>
                <a:cubicBezTo>
                  <a:pt x="9497739" y="5238422"/>
                  <a:pt x="9523910" y="5227186"/>
                  <a:pt x="9518331" y="5221193"/>
                </a:cubicBezTo>
                <a:cubicBezTo>
                  <a:pt x="9515261" y="5217040"/>
                  <a:pt x="9522499" y="5212839"/>
                  <a:pt x="9543942" y="5207644"/>
                </a:cubicBezTo>
                <a:cubicBezTo>
                  <a:pt x="9601036" y="5196259"/>
                  <a:pt x="9616631" y="5192481"/>
                  <a:pt x="9622211" y="5198474"/>
                </a:cubicBezTo>
                <a:cubicBezTo>
                  <a:pt x="9625281" y="5202627"/>
                  <a:pt x="9623891" y="5205411"/>
                  <a:pt x="9615534" y="5204988"/>
                </a:cubicBezTo>
                <a:cubicBezTo>
                  <a:pt x="9609126" y="5204093"/>
                  <a:pt x="9601888" y="5208294"/>
                  <a:pt x="9602449" y="5210607"/>
                </a:cubicBezTo>
                <a:cubicBezTo>
                  <a:pt x="9602180" y="5218016"/>
                  <a:pt x="9646187" y="5212250"/>
                  <a:pt x="9648405" y="5204369"/>
                </a:cubicBezTo>
                <a:cubicBezTo>
                  <a:pt x="9648405" y="5204369"/>
                  <a:pt x="9647844" y="5202056"/>
                  <a:pt x="9643947" y="5203001"/>
                </a:cubicBezTo>
                <a:cubicBezTo>
                  <a:pt x="9640047" y="5203946"/>
                  <a:pt x="9637537" y="5202105"/>
                  <a:pt x="9635028" y="5200265"/>
                </a:cubicBezTo>
                <a:cubicBezTo>
                  <a:pt x="9633907" y="5195640"/>
                  <a:pt x="9639196" y="5191911"/>
                  <a:pt x="9644483" y="5188181"/>
                </a:cubicBezTo>
                <a:cubicBezTo>
                  <a:pt x="9650331" y="5186764"/>
                  <a:pt x="9654791" y="5188132"/>
                  <a:pt x="9653962" y="5193229"/>
                </a:cubicBezTo>
                <a:cubicBezTo>
                  <a:pt x="9652304" y="5203424"/>
                  <a:pt x="9672627" y="5193603"/>
                  <a:pt x="9762546" y="5147336"/>
                </a:cubicBezTo>
                <a:cubicBezTo>
                  <a:pt x="9791496" y="5130531"/>
                  <a:pt x="9791496" y="5130531"/>
                  <a:pt x="9772562" y="5137566"/>
                </a:cubicBezTo>
                <a:cubicBezTo>
                  <a:pt x="9758916" y="5140871"/>
                  <a:pt x="9733573" y="5147011"/>
                  <a:pt x="9715468" y="5148949"/>
                </a:cubicBezTo>
                <a:cubicBezTo>
                  <a:pt x="9665612" y="5156133"/>
                  <a:pt x="9646118" y="5160856"/>
                  <a:pt x="9621336" y="5169308"/>
                </a:cubicBezTo>
                <a:cubicBezTo>
                  <a:pt x="9610200" y="5174453"/>
                  <a:pt x="9597943" y="5174975"/>
                  <a:pt x="9596822" y="5170350"/>
                </a:cubicBezTo>
                <a:cubicBezTo>
                  <a:pt x="9595702" y="5165726"/>
                  <a:pt x="9610737" y="5159634"/>
                  <a:pt x="9639978" y="5152550"/>
                </a:cubicBezTo>
                <a:cubicBezTo>
                  <a:pt x="9669220" y="5145465"/>
                  <a:pt x="9684254" y="5139375"/>
                  <a:pt x="9685083" y="5134277"/>
                </a:cubicBezTo>
                <a:cubicBezTo>
                  <a:pt x="9685913" y="5129181"/>
                  <a:pt x="9683403" y="5127340"/>
                  <a:pt x="9678675" y="5133382"/>
                </a:cubicBezTo>
                <a:cubicBezTo>
                  <a:pt x="9673388" y="5137111"/>
                  <a:pt x="9666978" y="5136215"/>
                  <a:pt x="9665858" y="5131591"/>
                </a:cubicBezTo>
                <a:cubicBezTo>
                  <a:pt x="9664737" y="5126966"/>
                  <a:pt x="9679212" y="5118562"/>
                  <a:pt x="9773322" y="5081072"/>
                </a:cubicBezTo>
                <a:cubicBezTo>
                  <a:pt x="9835412" y="5056237"/>
                  <a:pt x="9928401" y="5014122"/>
                  <a:pt x="9927281" y="5009498"/>
                </a:cubicBezTo>
                <a:cubicBezTo>
                  <a:pt x="9922530" y="4998407"/>
                  <a:pt x="9891900" y="5008277"/>
                  <a:pt x="9847915" y="5031175"/>
                </a:cubicBezTo>
                <a:cubicBezTo>
                  <a:pt x="9807829" y="5053128"/>
                  <a:pt x="9719837" y="5081790"/>
                  <a:pt x="9685576" y="5085194"/>
                </a:cubicBezTo>
                <a:cubicBezTo>
                  <a:pt x="9673318" y="5085716"/>
                  <a:pt x="9673878" y="5088028"/>
                  <a:pt x="9680848" y="5091237"/>
                </a:cubicBezTo>
                <a:cubicBezTo>
                  <a:pt x="9694225" y="5095340"/>
                  <a:pt x="9671392" y="5103320"/>
                  <a:pt x="9621536" y="5110503"/>
                </a:cubicBezTo>
                <a:cubicBezTo>
                  <a:pt x="9583376" y="5114852"/>
                  <a:pt x="9583376" y="5114852"/>
                  <a:pt x="9583376" y="5114852"/>
                </a:cubicBezTo>
                <a:cubicBezTo>
                  <a:pt x="9612886" y="5100357"/>
                  <a:pt x="9612886" y="5100357"/>
                  <a:pt x="9612886" y="5100357"/>
                </a:cubicBezTo>
                <a:cubicBezTo>
                  <a:pt x="9629310" y="5091482"/>
                  <a:pt x="9647685" y="5082133"/>
                  <a:pt x="9654921" y="5077932"/>
                </a:cubicBezTo>
                <a:cubicBezTo>
                  <a:pt x="9666618" y="5075097"/>
                  <a:pt x="9667448" y="5070001"/>
                  <a:pt x="9662136" y="5056598"/>
                </a:cubicBezTo>
                <a:cubicBezTo>
                  <a:pt x="9656265" y="5040884"/>
                  <a:pt x="9653195" y="5036731"/>
                  <a:pt x="9644008" y="5041405"/>
                </a:cubicBezTo>
                <a:cubicBezTo>
                  <a:pt x="9638160" y="5042822"/>
                  <a:pt x="9631751" y="5041927"/>
                  <a:pt x="9628681" y="5037774"/>
                </a:cubicBezTo>
                <a:cubicBezTo>
                  <a:pt x="9625611" y="5033621"/>
                  <a:pt x="9621713" y="5034565"/>
                  <a:pt x="9618934" y="5040135"/>
                </a:cubicBezTo>
                <a:cubicBezTo>
                  <a:pt x="9614207" y="5046177"/>
                  <a:pt x="9616717" y="5048017"/>
                  <a:pt x="9623125" y="5048913"/>
                </a:cubicBezTo>
                <a:cubicBezTo>
                  <a:pt x="9630093" y="5052121"/>
                  <a:pt x="9628144" y="5052593"/>
                  <a:pt x="9620346" y="5054482"/>
                </a:cubicBezTo>
                <a:cubicBezTo>
                  <a:pt x="9601412" y="5061518"/>
                  <a:pt x="9586937" y="5069921"/>
                  <a:pt x="9591958" y="5073601"/>
                </a:cubicBezTo>
                <a:cubicBezTo>
                  <a:pt x="9594467" y="5075441"/>
                  <a:pt x="9598366" y="5074496"/>
                  <a:pt x="9602264" y="5073552"/>
                </a:cubicBezTo>
                <a:cubicBezTo>
                  <a:pt x="9606163" y="5072607"/>
                  <a:pt x="9610622" y="5073975"/>
                  <a:pt x="9611742" y="5078600"/>
                </a:cubicBezTo>
                <a:cubicBezTo>
                  <a:pt x="9614812" y="5082753"/>
                  <a:pt x="9613983" y="5087850"/>
                  <a:pt x="9608135" y="5089266"/>
                </a:cubicBezTo>
                <a:cubicBezTo>
                  <a:pt x="9602288" y="5090684"/>
                  <a:pt x="9589762" y="5098614"/>
                  <a:pt x="9578626" y="5103761"/>
                </a:cubicBezTo>
                <a:cubicBezTo>
                  <a:pt x="9564150" y="5112164"/>
                  <a:pt x="9562202" y="5112637"/>
                  <a:pt x="9568318" y="5103811"/>
                </a:cubicBezTo>
                <a:cubicBezTo>
                  <a:pt x="9574995" y="5097295"/>
                  <a:pt x="9572486" y="5095456"/>
                  <a:pt x="9554381" y="5097394"/>
                </a:cubicBezTo>
                <a:cubicBezTo>
                  <a:pt x="9544634" y="5099756"/>
                  <a:pt x="9535716" y="5097021"/>
                  <a:pt x="9535155" y="5094707"/>
                </a:cubicBezTo>
                <a:cubicBezTo>
                  <a:pt x="9535984" y="5089610"/>
                  <a:pt x="9531525" y="5088243"/>
                  <a:pt x="9527626" y="5089187"/>
                </a:cubicBezTo>
                <a:cubicBezTo>
                  <a:pt x="9518439" y="5093861"/>
                  <a:pt x="9517879" y="5091549"/>
                  <a:pt x="9526506" y="5084562"/>
                </a:cubicBezTo>
                <a:cubicBezTo>
                  <a:pt x="9533182" y="5078048"/>
                  <a:pt x="9526774" y="5077152"/>
                  <a:pt x="9509789" y="5083716"/>
                </a:cubicBezTo>
                <a:cubicBezTo>
                  <a:pt x="9488907" y="5091223"/>
                  <a:pt x="9485568" y="5094480"/>
                  <a:pt x="9497824" y="5093959"/>
                </a:cubicBezTo>
                <a:cubicBezTo>
                  <a:pt x="9508132" y="5093910"/>
                  <a:pt x="9504793" y="5097167"/>
                  <a:pt x="9481960" y="5105147"/>
                </a:cubicBezTo>
                <a:cubicBezTo>
                  <a:pt x="9457178" y="5113599"/>
                  <a:pt x="9453279" y="5114544"/>
                  <a:pt x="9463855" y="5107085"/>
                </a:cubicBezTo>
                <a:cubicBezTo>
                  <a:pt x="9475821" y="5096842"/>
                  <a:pt x="9475821" y="5096842"/>
                  <a:pt x="9452988" y="5104821"/>
                </a:cubicBezTo>
                <a:cubicBezTo>
                  <a:pt x="9435443" y="5109073"/>
                  <a:pt x="9427645" y="5110962"/>
                  <a:pt x="9429863" y="5103079"/>
                </a:cubicBezTo>
                <a:cubicBezTo>
                  <a:pt x="9430692" y="5097982"/>
                  <a:pt x="9426793" y="5098927"/>
                  <a:pt x="9420116" y="5105441"/>
                </a:cubicBezTo>
                <a:cubicBezTo>
                  <a:pt x="9412878" y="5109643"/>
                  <a:pt x="9402303" y="5117102"/>
                  <a:pt x="9393116" y="5121776"/>
                </a:cubicBezTo>
                <a:cubicBezTo>
                  <a:pt x="9375571" y="5126026"/>
                  <a:pt x="9373085" y="5141318"/>
                  <a:pt x="9386461" y="5145422"/>
                </a:cubicBezTo>
                <a:cubicBezTo>
                  <a:pt x="9390921" y="5146789"/>
                  <a:pt x="9392309" y="5144005"/>
                  <a:pt x="9391749" y="5141692"/>
                </a:cubicBezTo>
                <a:cubicBezTo>
                  <a:pt x="9390629" y="5137067"/>
                  <a:pt x="9393968" y="5133810"/>
                  <a:pt x="9400376" y="5134706"/>
                </a:cubicBezTo>
                <a:cubicBezTo>
                  <a:pt x="9406785" y="5135601"/>
                  <a:pt x="9411244" y="5136968"/>
                  <a:pt x="9411805" y="5139281"/>
                </a:cubicBezTo>
                <a:cubicBezTo>
                  <a:pt x="9410975" y="5144379"/>
                  <a:pt x="9413485" y="5146219"/>
                  <a:pt x="9417944" y="5147587"/>
                </a:cubicBezTo>
                <a:cubicBezTo>
                  <a:pt x="9422403" y="5148955"/>
                  <a:pt x="9414605" y="5150844"/>
                  <a:pt x="9399010" y="5154622"/>
                </a:cubicBezTo>
                <a:cubicBezTo>
                  <a:pt x="9385364" y="5157929"/>
                  <a:pt x="9367820" y="5162179"/>
                  <a:pt x="9361971" y="5163596"/>
                </a:cubicBezTo>
                <a:cubicBezTo>
                  <a:pt x="9352224" y="5165958"/>
                  <a:pt x="9352224" y="5165958"/>
                  <a:pt x="9362800" y="5158499"/>
                </a:cubicBezTo>
                <a:cubicBezTo>
                  <a:pt x="9376714" y="5147783"/>
                  <a:pt x="9373890" y="5119089"/>
                  <a:pt x="9358295" y="5122867"/>
                </a:cubicBezTo>
                <a:cubicBezTo>
                  <a:pt x="9353008" y="5126596"/>
                  <a:pt x="9344649" y="5126174"/>
                  <a:pt x="9341579" y="5122021"/>
                </a:cubicBezTo>
                <a:cubicBezTo>
                  <a:pt x="9339069" y="5120180"/>
                  <a:pt x="9347697" y="5113194"/>
                  <a:pt x="9366630" y="5106159"/>
                </a:cubicBezTo>
                <a:cubicBezTo>
                  <a:pt x="9421482" y="5085525"/>
                  <a:pt x="9434008" y="5077594"/>
                  <a:pt x="9439004" y="5064142"/>
                </a:cubicBezTo>
                <a:cubicBezTo>
                  <a:pt x="9445390" y="5047906"/>
                  <a:pt x="9444269" y="5043281"/>
                  <a:pt x="9433134" y="5048428"/>
                </a:cubicBezTo>
                <a:cubicBezTo>
                  <a:pt x="9429234" y="5049371"/>
                  <a:pt x="9424775" y="5048004"/>
                  <a:pt x="9422265" y="5046164"/>
                </a:cubicBezTo>
                <a:cubicBezTo>
                  <a:pt x="9419195" y="5042011"/>
                  <a:pt x="9424484" y="5038282"/>
                  <a:pt x="9436180" y="5035448"/>
                </a:cubicBezTo>
                <a:cubicBezTo>
                  <a:pt x="9445367" y="5030775"/>
                  <a:pt x="9453726" y="5031198"/>
                  <a:pt x="9454845" y="5035822"/>
                </a:cubicBezTo>
                <a:cubicBezTo>
                  <a:pt x="9457915" y="5039975"/>
                  <a:pt x="9460425" y="5041816"/>
                  <a:pt x="9465713" y="5038086"/>
                </a:cubicBezTo>
                <a:cubicBezTo>
                  <a:pt x="9469052" y="5034829"/>
                  <a:pt x="9469881" y="5029731"/>
                  <a:pt x="9466811" y="5025580"/>
                </a:cubicBezTo>
                <a:cubicBezTo>
                  <a:pt x="9461792" y="5021898"/>
                  <a:pt x="9466250" y="5023266"/>
                  <a:pt x="9473220" y="5026475"/>
                </a:cubicBezTo>
                <a:cubicBezTo>
                  <a:pt x="9498584" y="5037467"/>
                  <a:pt x="9591328" y="5019893"/>
                  <a:pt x="9581558" y="5005122"/>
                </a:cubicBezTo>
                <a:cubicBezTo>
                  <a:pt x="9578488" y="5000971"/>
                  <a:pt x="9570131" y="5000548"/>
                  <a:pt x="9560944" y="5005221"/>
                </a:cubicBezTo>
                <a:cubicBezTo>
                  <a:pt x="9552316" y="5012207"/>
                  <a:pt x="9545908" y="5011312"/>
                  <a:pt x="9544788" y="5006688"/>
                </a:cubicBezTo>
                <a:cubicBezTo>
                  <a:pt x="9543667" y="5002061"/>
                  <a:pt x="9537818" y="5003478"/>
                  <a:pt x="9530581" y="5007681"/>
                </a:cubicBezTo>
                <a:cubicBezTo>
                  <a:pt x="9508870" y="5020285"/>
                  <a:pt x="9496052" y="5018494"/>
                  <a:pt x="9491571" y="4999995"/>
                </a:cubicBezTo>
                <a:cubicBezTo>
                  <a:pt x="9487649" y="4983807"/>
                  <a:pt x="9489037" y="4981023"/>
                  <a:pt x="9500735" y="4978189"/>
                </a:cubicBezTo>
                <a:cubicBezTo>
                  <a:pt x="9509092" y="4978612"/>
                  <a:pt x="9517450" y="4979036"/>
                  <a:pt x="9518010" y="4981348"/>
                </a:cubicBezTo>
                <a:cubicBezTo>
                  <a:pt x="9525539" y="4986869"/>
                  <a:pt x="9574275" y="4975061"/>
                  <a:pt x="9572594" y="4968124"/>
                </a:cubicBezTo>
                <a:cubicBezTo>
                  <a:pt x="9571474" y="4963499"/>
                  <a:pt x="9576761" y="4959770"/>
                  <a:pt x="9584560" y="4957880"/>
                </a:cubicBezTo>
                <a:cubicBezTo>
                  <a:pt x="9595695" y="4952734"/>
                  <a:pt x="9598205" y="4954574"/>
                  <a:pt x="9593477" y="4960615"/>
                </a:cubicBezTo>
                <a:cubicBezTo>
                  <a:pt x="9582632" y="4975484"/>
                  <a:pt x="9597399" y="4976803"/>
                  <a:pt x="9635267" y="4962732"/>
                </a:cubicBezTo>
                <a:cubicBezTo>
                  <a:pt x="9658100" y="4954752"/>
                  <a:pt x="9672306" y="4953758"/>
                  <a:pt x="9675376" y="4957911"/>
                </a:cubicBezTo>
                <a:cubicBezTo>
                  <a:pt x="9678447" y="4962064"/>
                  <a:pt x="9690703" y="4961542"/>
                  <a:pt x="9707688" y="4954980"/>
                </a:cubicBezTo>
                <a:cubicBezTo>
                  <a:pt x="9736368" y="4945583"/>
                  <a:pt x="9736368" y="4945583"/>
                  <a:pt x="9736368" y="4945583"/>
                </a:cubicBezTo>
                <a:cubicBezTo>
                  <a:pt x="9707979" y="4964701"/>
                  <a:pt x="9707979" y="4964701"/>
                  <a:pt x="9707979" y="4964701"/>
                </a:cubicBezTo>
                <a:cubicBezTo>
                  <a:pt x="9692114" y="4975889"/>
                  <a:pt x="9677640" y="4984293"/>
                  <a:pt x="9676251" y="4987077"/>
                </a:cubicBezTo>
                <a:cubicBezTo>
                  <a:pt x="9676251" y="4987077"/>
                  <a:pt x="9681270" y="4990758"/>
                  <a:pt x="9688240" y="4993966"/>
                </a:cubicBezTo>
                <a:cubicBezTo>
                  <a:pt x="9695207" y="4997175"/>
                  <a:pt x="9697718" y="4999013"/>
                  <a:pt x="9694379" y="5002271"/>
                </a:cubicBezTo>
                <a:cubicBezTo>
                  <a:pt x="9684632" y="5004632"/>
                  <a:pt x="9689383" y="5015723"/>
                  <a:pt x="9701639" y="5015201"/>
                </a:cubicBezTo>
                <a:cubicBezTo>
                  <a:pt x="9707487" y="5013784"/>
                  <a:pt x="9702199" y="5017514"/>
                  <a:pt x="9687993" y="5018507"/>
                </a:cubicBezTo>
                <a:cubicBezTo>
                  <a:pt x="9664600" y="5024175"/>
                  <a:pt x="9659603" y="5037627"/>
                  <a:pt x="9674661" y="5048667"/>
                </a:cubicBezTo>
                <a:cubicBezTo>
                  <a:pt x="9679681" y="5052348"/>
                  <a:pt x="9691938" y="5051826"/>
                  <a:pt x="9706973" y="5045736"/>
                </a:cubicBezTo>
                <a:cubicBezTo>
                  <a:pt x="9731755" y="5037284"/>
                  <a:pt x="9743160" y="5024727"/>
                  <a:pt x="9726445" y="5023880"/>
                </a:cubicBezTo>
                <a:cubicBezTo>
                  <a:pt x="9709168" y="5020721"/>
                  <a:pt x="9750106" y="5010804"/>
                  <a:pt x="9808320" y="5004045"/>
                </a:cubicBezTo>
                <a:cubicBezTo>
                  <a:pt x="9843970" y="4997855"/>
                  <a:pt x="9882129" y="4993506"/>
                  <a:pt x="9893827" y="4990673"/>
                </a:cubicBezTo>
                <a:cubicBezTo>
                  <a:pt x="9903574" y="4988312"/>
                  <a:pt x="9915831" y="4987790"/>
                  <a:pt x="9918900" y="4991942"/>
                </a:cubicBezTo>
                <a:cubicBezTo>
                  <a:pt x="9921410" y="4993783"/>
                  <a:pt x="9929767" y="4994206"/>
                  <a:pt x="9939514" y="4991844"/>
                </a:cubicBezTo>
                <a:cubicBezTo>
                  <a:pt x="9954550" y="4985754"/>
                  <a:pt x="9956499" y="4985281"/>
                  <a:pt x="9944534" y="4995525"/>
                </a:cubicBezTo>
                <a:cubicBezTo>
                  <a:pt x="9937856" y="5002038"/>
                  <a:pt x="9945654" y="5000149"/>
                  <a:pt x="9972387" y="4991226"/>
                </a:cubicBezTo>
                <a:cubicBezTo>
                  <a:pt x="9999118" y="4982300"/>
                  <a:pt x="10008865" y="4979939"/>
                  <a:pt x="10006647" y="4987821"/>
                </a:cubicBezTo>
                <a:cubicBezTo>
                  <a:pt x="10003308" y="4991077"/>
                  <a:pt x="10002479" y="4996175"/>
                  <a:pt x="10004429" y="4995703"/>
                </a:cubicBezTo>
                <a:cubicBezTo>
                  <a:pt x="10005817" y="4992917"/>
                  <a:pt x="10006938" y="4997544"/>
                  <a:pt x="10006110" y="5002640"/>
                </a:cubicBezTo>
                <a:cubicBezTo>
                  <a:pt x="10004452" y="5012835"/>
                  <a:pt x="10010861" y="5013730"/>
                  <a:pt x="10041490" y="5003861"/>
                </a:cubicBezTo>
                <a:cubicBezTo>
                  <a:pt x="10103872" y="4988748"/>
                  <a:pt x="10149830" y="4982510"/>
                  <a:pt x="10155410" y="4988503"/>
                </a:cubicBezTo>
                <a:cubicBezTo>
                  <a:pt x="10160428" y="4992182"/>
                  <a:pt x="10215303" y="4988680"/>
                  <a:pt x="10259580" y="4975505"/>
                </a:cubicBezTo>
                <a:cubicBezTo>
                  <a:pt x="10284923" y="4969365"/>
                  <a:pt x="10284923" y="4969365"/>
                  <a:pt x="10269596" y="4965734"/>
                </a:cubicBezTo>
                <a:cubicBezTo>
                  <a:pt x="10260678" y="4962999"/>
                  <a:pt x="10242573" y="4964936"/>
                  <a:pt x="10229487" y="4970554"/>
                </a:cubicBezTo>
                <a:cubicBezTo>
                  <a:pt x="10216401" y="4976174"/>
                  <a:pt x="10202195" y="4977168"/>
                  <a:pt x="10199685" y="4975327"/>
                </a:cubicBezTo>
                <a:cubicBezTo>
                  <a:pt x="10190207" y="4970279"/>
                  <a:pt x="10272644" y="4952755"/>
                  <a:pt x="10326959" y="4946940"/>
                </a:cubicBezTo>
                <a:cubicBezTo>
                  <a:pt x="10387682" y="4942021"/>
                  <a:pt x="10401328" y="4938715"/>
                  <a:pt x="10464830" y="4928227"/>
                </a:cubicBezTo>
                <a:cubicBezTo>
                  <a:pt x="10500480" y="4922037"/>
                  <a:pt x="10508838" y="4922460"/>
                  <a:pt x="10499650" y="4927134"/>
                </a:cubicBezTo>
                <a:cubicBezTo>
                  <a:pt x="10489636" y="4936906"/>
                  <a:pt x="10491584" y="4936434"/>
                  <a:pt x="10506619" y="4930343"/>
                </a:cubicBezTo>
                <a:cubicBezTo>
                  <a:pt x="10545048" y="4918584"/>
                  <a:pt x="10621635" y="4902476"/>
                  <a:pt x="10665083" y="4894398"/>
                </a:cubicBezTo>
                <a:cubicBezTo>
                  <a:pt x="10679289" y="4893405"/>
                  <a:pt x="10690425" y="4888259"/>
                  <a:pt x="10687916" y="4886419"/>
                </a:cubicBezTo>
                <a:cubicBezTo>
                  <a:pt x="10686796" y="4881794"/>
                  <a:pt x="10680947" y="4883210"/>
                  <a:pt x="10671200" y="4885571"/>
                </a:cubicBezTo>
                <a:cubicBezTo>
                  <a:pt x="10663962" y="4889774"/>
                  <a:pt x="10655605" y="4889351"/>
                  <a:pt x="10655044" y="4887038"/>
                </a:cubicBezTo>
                <a:cubicBezTo>
                  <a:pt x="10653924" y="4882413"/>
                  <a:pt x="10649465" y="4881045"/>
                  <a:pt x="10646127" y="4884303"/>
                </a:cubicBezTo>
                <a:cubicBezTo>
                  <a:pt x="10615496" y="4894171"/>
                  <a:pt x="10421920" y="4921485"/>
                  <a:pt x="10440853" y="4914449"/>
                </a:cubicBezTo>
                <a:cubicBezTo>
                  <a:pt x="10461177" y="4904629"/>
                  <a:pt x="10436102" y="4903360"/>
                  <a:pt x="10404912" y="4910916"/>
                </a:cubicBezTo>
                <a:cubicBezTo>
                  <a:pt x="10386807" y="4912854"/>
                  <a:pt x="10359515" y="4919467"/>
                  <a:pt x="10341410" y="4921405"/>
                </a:cubicBezTo>
                <a:cubicBezTo>
                  <a:pt x="10325815" y="4925183"/>
                  <a:pt x="10301861" y="4928539"/>
                  <a:pt x="10289604" y="4929059"/>
                </a:cubicBezTo>
                <a:cubicBezTo>
                  <a:pt x="10277908" y="4931893"/>
                  <a:pt x="10261752" y="4933359"/>
                  <a:pt x="10253395" y="4932935"/>
                </a:cubicBezTo>
                <a:cubicBezTo>
                  <a:pt x="10243088" y="4932986"/>
                  <a:pt x="10219134" y="4936340"/>
                  <a:pt x="10197690" y="4941536"/>
                </a:cubicBezTo>
                <a:cubicBezTo>
                  <a:pt x="10176247" y="4946731"/>
                  <a:pt x="10152293" y="4950085"/>
                  <a:pt x="10145324" y="4946878"/>
                </a:cubicBezTo>
                <a:cubicBezTo>
                  <a:pt x="10136406" y="4944142"/>
                  <a:pt x="10112454" y="4947497"/>
                  <a:pt x="10091009" y="4952693"/>
                </a:cubicBezTo>
                <a:cubicBezTo>
                  <a:pt x="10050071" y="4962611"/>
                  <a:pt x="10021098" y="4962286"/>
                  <a:pt x="10049220" y="4950576"/>
                </a:cubicBezTo>
                <a:cubicBezTo>
                  <a:pt x="10056457" y="4946374"/>
                  <a:pt x="10069543" y="4940757"/>
                  <a:pt x="10074831" y="4937027"/>
                </a:cubicBezTo>
                <a:cubicBezTo>
                  <a:pt x="10083457" y="4930041"/>
                  <a:pt x="10082898" y="4927728"/>
                  <a:pt x="10075368" y="4922208"/>
                </a:cubicBezTo>
                <a:cubicBezTo>
                  <a:pt x="10069788" y="4916215"/>
                  <a:pt x="10065889" y="4917160"/>
                  <a:pt x="10061722" y="4925514"/>
                </a:cubicBezTo>
                <a:cubicBezTo>
                  <a:pt x="10055336" y="4941750"/>
                  <a:pt x="9969853" y="4972254"/>
                  <a:pt x="9957305" y="4963053"/>
                </a:cubicBezTo>
                <a:cubicBezTo>
                  <a:pt x="9950337" y="4959844"/>
                  <a:pt x="9949776" y="4957532"/>
                  <a:pt x="9955624" y="4956114"/>
                </a:cubicBezTo>
                <a:cubicBezTo>
                  <a:pt x="9970099" y="4947712"/>
                  <a:pt x="9911056" y="4959569"/>
                  <a:pt x="9882375" y="4968965"/>
                </a:cubicBezTo>
                <a:cubicBezTo>
                  <a:pt x="9867341" y="4975055"/>
                  <a:pt x="9851185" y="4976522"/>
                  <a:pt x="9850624" y="4974209"/>
                </a:cubicBezTo>
                <a:cubicBezTo>
                  <a:pt x="9848383" y="4964959"/>
                  <a:pt x="9854231" y="4963543"/>
                  <a:pt x="9920781" y="4940075"/>
                </a:cubicBezTo>
                <a:cubicBezTo>
                  <a:pt x="9970345" y="4923171"/>
                  <a:pt x="10041085" y="4908480"/>
                  <a:pt x="10018812" y="4918772"/>
                </a:cubicBezTo>
                <a:cubicBezTo>
                  <a:pt x="10005726" y="4924391"/>
                  <a:pt x="10005726" y="4924391"/>
                  <a:pt x="10022442" y="4925237"/>
                </a:cubicBezTo>
                <a:cubicBezTo>
                  <a:pt x="10032750" y="4925189"/>
                  <a:pt x="10048345" y="4921410"/>
                  <a:pt x="10056971" y="4914424"/>
                </a:cubicBezTo>
                <a:cubicBezTo>
                  <a:pt x="10066158" y="4909749"/>
                  <a:pt x="10081753" y="4905971"/>
                  <a:pt x="10090111" y="4906395"/>
                </a:cubicBezTo>
                <a:cubicBezTo>
                  <a:pt x="10100419" y="4906345"/>
                  <a:pt x="10100980" y="4908658"/>
                  <a:pt x="10095691" y="4912387"/>
                </a:cubicBezTo>
                <a:cubicBezTo>
                  <a:pt x="10089843" y="4913804"/>
                  <a:pt x="10087065" y="4919374"/>
                  <a:pt x="10087625" y="4921686"/>
                </a:cubicBezTo>
                <a:cubicBezTo>
                  <a:pt x="10090695" y="4925839"/>
                  <a:pt x="10106290" y="4922060"/>
                  <a:pt x="10134410" y="4910351"/>
                </a:cubicBezTo>
                <a:cubicBezTo>
                  <a:pt x="10185365" y="4890661"/>
                  <a:pt x="10232712" y="4881639"/>
                  <a:pt x="10231053" y="4891833"/>
                </a:cubicBezTo>
                <a:cubicBezTo>
                  <a:pt x="10229664" y="4894619"/>
                  <a:pt x="10234124" y="4895986"/>
                  <a:pt x="10238023" y="4895041"/>
                </a:cubicBezTo>
                <a:cubicBezTo>
                  <a:pt x="10247770" y="4892680"/>
                  <a:pt x="10250816" y="4879701"/>
                  <a:pt x="10239949" y="4877437"/>
                </a:cubicBezTo>
                <a:cubicBezTo>
                  <a:pt x="10236049" y="4878382"/>
                  <a:pt x="10237439" y="4875597"/>
                  <a:pt x="10244676" y="4871395"/>
                </a:cubicBezTo>
                <a:cubicBezTo>
                  <a:pt x="10252474" y="4869507"/>
                  <a:pt x="10256933" y="4870874"/>
                  <a:pt x="10259174" y="4880124"/>
                </a:cubicBezTo>
                <a:cubicBezTo>
                  <a:pt x="10262244" y="4884277"/>
                  <a:pt x="10264754" y="4886117"/>
                  <a:pt x="10263633" y="4881492"/>
                </a:cubicBezTo>
                <a:cubicBezTo>
                  <a:pt x="10264462" y="4876395"/>
                  <a:pt x="10267240" y="4870825"/>
                  <a:pt x="10273088" y="4869408"/>
                </a:cubicBezTo>
                <a:cubicBezTo>
                  <a:pt x="10276987" y="4868463"/>
                  <a:pt x="10278937" y="4867991"/>
                  <a:pt x="10278109" y="4873088"/>
                </a:cubicBezTo>
                <a:cubicBezTo>
                  <a:pt x="10273941" y="4881443"/>
                  <a:pt x="10348310" y="4873218"/>
                  <a:pt x="10382839" y="4862404"/>
                </a:cubicBezTo>
                <a:cubicBezTo>
                  <a:pt x="10397874" y="4856313"/>
                  <a:pt x="10409572" y="4853479"/>
                  <a:pt x="10410131" y="4855792"/>
                </a:cubicBezTo>
                <a:cubicBezTo>
                  <a:pt x="10409303" y="4860888"/>
                  <a:pt x="10415151" y="4859472"/>
                  <a:pt x="10420438" y="4855742"/>
                </a:cubicBezTo>
                <a:cubicBezTo>
                  <a:pt x="10427676" y="4851541"/>
                  <a:pt x="10435473" y="4849652"/>
                  <a:pt x="10437984" y="4851491"/>
                </a:cubicBezTo>
                <a:cubicBezTo>
                  <a:pt x="10440494" y="4853332"/>
                  <a:pt x="10448851" y="4853755"/>
                  <a:pt x="10458598" y="4851394"/>
                </a:cubicBezTo>
                <a:cubicBezTo>
                  <a:pt x="10465835" y="4847191"/>
                  <a:pt x="10474193" y="4847615"/>
                  <a:pt x="10476703" y="4849455"/>
                </a:cubicBezTo>
                <a:cubicBezTo>
                  <a:pt x="10479773" y="4853608"/>
                  <a:pt x="10505116" y="4847468"/>
                  <a:pt x="10534358" y="4840383"/>
                </a:cubicBezTo>
                <a:cubicBezTo>
                  <a:pt x="10607875" y="4820124"/>
                  <a:pt x="10663579" y="4811524"/>
                  <a:pt x="10695062" y="4813690"/>
                </a:cubicBezTo>
                <a:cubicBezTo>
                  <a:pt x="10712338" y="4816849"/>
                  <a:pt x="10730442" y="4814911"/>
                  <a:pt x="10738240" y="4813021"/>
                </a:cubicBezTo>
                <a:cubicBezTo>
                  <a:pt x="10753836" y="4809242"/>
                  <a:pt x="10753836" y="4809242"/>
                  <a:pt x="10753836" y="4809242"/>
                </a:cubicBezTo>
                <a:cubicBezTo>
                  <a:pt x="10741311" y="4817174"/>
                  <a:pt x="10741311" y="4817174"/>
                  <a:pt x="10741311" y="4817174"/>
                </a:cubicBezTo>
                <a:cubicBezTo>
                  <a:pt x="10732683" y="4824161"/>
                  <a:pt x="10735193" y="4826000"/>
                  <a:pt x="10760537" y="4819860"/>
                </a:cubicBezTo>
                <a:cubicBezTo>
                  <a:pt x="10796186" y="4813672"/>
                  <a:pt x="10884738" y="4787321"/>
                  <a:pt x="10866635" y="4789260"/>
                </a:cubicBezTo>
                <a:cubicBezTo>
                  <a:pt x="10860786" y="4790677"/>
                  <a:pt x="10853816" y="4787468"/>
                  <a:pt x="10852696" y="4782843"/>
                </a:cubicBezTo>
                <a:cubicBezTo>
                  <a:pt x="10850186" y="4781003"/>
                  <a:pt x="10861323" y="4775856"/>
                  <a:pt x="10880817" y="4771134"/>
                </a:cubicBezTo>
                <a:cubicBezTo>
                  <a:pt x="10912568" y="4765890"/>
                  <a:pt x="10926775" y="4764896"/>
                  <a:pt x="10909790" y="4771460"/>
                </a:cubicBezTo>
                <a:cubicBezTo>
                  <a:pt x="10903941" y="4772877"/>
                  <a:pt x="10902552" y="4775660"/>
                  <a:pt x="10905622" y="4779813"/>
                </a:cubicBezTo>
                <a:cubicBezTo>
                  <a:pt x="10908132" y="4781654"/>
                  <a:pt x="10933474" y="4775514"/>
                  <a:pt x="10962155" y="4766117"/>
                </a:cubicBezTo>
                <a:cubicBezTo>
                  <a:pt x="10990837" y="4756720"/>
                  <a:pt x="11017568" y="4747795"/>
                  <a:pt x="11022027" y="4749163"/>
                </a:cubicBezTo>
                <a:cubicBezTo>
                  <a:pt x="11025927" y="4748218"/>
                  <a:pt x="11077171" y="4738251"/>
                  <a:pt x="11136214" y="4726395"/>
                </a:cubicBezTo>
                <a:cubicBezTo>
                  <a:pt x="11291899" y="4696020"/>
                  <a:pt x="11329499" y="4689359"/>
                  <a:pt x="11331180" y="4696297"/>
                </a:cubicBezTo>
                <a:cubicBezTo>
                  <a:pt x="11332300" y="4700921"/>
                  <a:pt x="11278592" y="4743313"/>
                  <a:pt x="11259658" y="4750348"/>
                </a:cubicBezTo>
                <a:cubicBezTo>
                  <a:pt x="11251859" y="4752236"/>
                  <a:pt x="11246572" y="4755966"/>
                  <a:pt x="11247692" y="4760591"/>
                </a:cubicBezTo>
                <a:cubicBezTo>
                  <a:pt x="11250201" y="4762431"/>
                  <a:pt x="11244084" y="4771258"/>
                  <a:pt x="11236847" y="4775460"/>
                </a:cubicBezTo>
                <a:cubicBezTo>
                  <a:pt x="11226271" y="4782919"/>
                  <a:pt x="11116274" y="4814464"/>
                  <a:pt x="11036349" y="4833828"/>
                </a:cubicBezTo>
                <a:cubicBezTo>
                  <a:pt x="11016855" y="4838551"/>
                  <a:pt x="11015465" y="4841337"/>
                  <a:pt x="11029671" y="4840342"/>
                </a:cubicBezTo>
                <a:cubicBezTo>
                  <a:pt x="11038029" y="4840765"/>
                  <a:pt x="11044437" y="4841661"/>
                  <a:pt x="11042488" y="4842134"/>
                </a:cubicBezTo>
                <a:cubicBezTo>
                  <a:pt x="11033301" y="4846808"/>
                  <a:pt x="10833071" y="4897766"/>
                  <a:pt x="10824712" y="4897344"/>
                </a:cubicBezTo>
                <a:cubicBezTo>
                  <a:pt x="10807436" y="4894184"/>
                  <a:pt x="10673756" y="4921676"/>
                  <a:pt x="10650923" y="4929656"/>
                </a:cubicBezTo>
                <a:cubicBezTo>
                  <a:pt x="10630039" y="4937163"/>
                  <a:pt x="10634499" y="4938531"/>
                  <a:pt x="10672099" y="4931871"/>
                </a:cubicBezTo>
                <a:cubicBezTo>
                  <a:pt x="10696051" y="4928515"/>
                  <a:pt x="10727802" y="4923271"/>
                  <a:pt x="10741448" y="4919965"/>
                </a:cubicBezTo>
                <a:cubicBezTo>
                  <a:pt x="10757043" y="4916186"/>
                  <a:pt x="10780997" y="4912832"/>
                  <a:pt x="10795203" y="4911838"/>
                </a:cubicBezTo>
                <a:cubicBezTo>
                  <a:pt x="10829463" y="4908433"/>
                  <a:pt x="10899374" y="4898841"/>
                  <a:pt x="10947281" y="4892131"/>
                </a:cubicBezTo>
                <a:cubicBezTo>
                  <a:pt x="10968724" y="4886935"/>
                  <a:pt x="11001035" y="4884003"/>
                  <a:pt x="11019141" y="4882065"/>
                </a:cubicBezTo>
                <a:cubicBezTo>
                  <a:pt x="11053962" y="4880972"/>
                  <a:pt x="11053962" y="4880972"/>
                  <a:pt x="11053962" y="4880972"/>
                </a:cubicBezTo>
                <a:cubicBezTo>
                  <a:pt x="10985463" y="4904913"/>
                  <a:pt x="10985463" y="4904913"/>
                  <a:pt x="10985463" y="4904913"/>
                </a:cubicBezTo>
                <a:cubicBezTo>
                  <a:pt x="10896082" y="4936361"/>
                  <a:pt x="10705039" y="4982646"/>
                  <a:pt x="10625381" y="4994601"/>
                </a:cubicBezTo>
                <a:cubicBezTo>
                  <a:pt x="10591119" y="4998005"/>
                  <a:pt x="10545723" y="5006556"/>
                  <a:pt x="10527617" y="5008494"/>
                </a:cubicBezTo>
                <a:cubicBezTo>
                  <a:pt x="10507563" y="5010904"/>
                  <a:pt x="10489458" y="5012843"/>
                  <a:pt x="10486388" y="5008690"/>
                </a:cubicBezTo>
                <a:cubicBezTo>
                  <a:pt x="10481370" y="5005010"/>
                  <a:pt x="10461875" y="5009733"/>
                  <a:pt x="10438481" y="5015401"/>
                </a:cubicBezTo>
                <a:cubicBezTo>
                  <a:pt x="10415648" y="5023380"/>
                  <a:pt x="10374151" y="5030985"/>
                  <a:pt x="10343789" y="5033445"/>
                </a:cubicBezTo>
                <a:cubicBezTo>
                  <a:pt x="10315376" y="5035433"/>
                  <a:pt x="10285014" y="5037892"/>
                  <a:pt x="10277217" y="5039781"/>
                </a:cubicBezTo>
                <a:cubicBezTo>
                  <a:pt x="10268858" y="5039359"/>
                  <a:pt x="10264400" y="5037990"/>
                  <a:pt x="10264668" y="5030580"/>
                </a:cubicBezTo>
                <a:cubicBezTo>
                  <a:pt x="10265498" y="5025484"/>
                  <a:pt x="10261867" y="5019019"/>
                  <a:pt x="10257968" y="5019962"/>
                </a:cubicBezTo>
                <a:cubicBezTo>
                  <a:pt x="10255459" y="5018122"/>
                  <a:pt x="10252680" y="5023692"/>
                  <a:pt x="10254361" y="5030630"/>
                </a:cubicBezTo>
                <a:cubicBezTo>
                  <a:pt x="10255213" y="5042664"/>
                  <a:pt x="10253263" y="5043137"/>
                  <a:pt x="10235987" y="5039978"/>
                </a:cubicBezTo>
                <a:cubicBezTo>
                  <a:pt x="10225119" y="5037714"/>
                  <a:pt x="10214812" y="5037763"/>
                  <a:pt x="10211473" y="5041020"/>
                </a:cubicBezTo>
                <a:cubicBezTo>
                  <a:pt x="10208135" y="5044277"/>
                  <a:pt x="10196438" y="5047111"/>
                  <a:pt x="10186131" y="5047160"/>
                </a:cubicBezTo>
                <a:cubicBezTo>
                  <a:pt x="10167466" y="5046787"/>
                  <a:pt x="10166905" y="5044474"/>
                  <a:pt x="10177481" y="5037015"/>
                </a:cubicBezTo>
                <a:cubicBezTo>
                  <a:pt x="10188057" y="5029556"/>
                  <a:pt x="10187497" y="5027244"/>
                  <a:pt x="10178310" y="5031917"/>
                </a:cubicBezTo>
                <a:cubicBezTo>
                  <a:pt x="10170513" y="5033807"/>
                  <a:pt x="10165225" y="5037536"/>
                  <a:pt x="10165785" y="5039848"/>
                </a:cubicBezTo>
                <a:cubicBezTo>
                  <a:pt x="10164688" y="5052355"/>
                  <a:pt x="10114831" y="5059539"/>
                  <a:pt x="10102284" y="5050338"/>
                </a:cubicBezTo>
                <a:cubicBezTo>
                  <a:pt x="10092805" y="5045290"/>
                  <a:pt x="10081108" y="5048122"/>
                  <a:pt x="10056326" y="5056575"/>
                </a:cubicBezTo>
                <a:cubicBezTo>
                  <a:pt x="10039341" y="5063138"/>
                  <a:pt x="9998403" y="5073056"/>
                  <a:pt x="9966092" y="5075988"/>
                </a:cubicBezTo>
                <a:cubicBezTo>
                  <a:pt x="9934341" y="5081233"/>
                  <a:pt x="9902591" y="5086477"/>
                  <a:pt x="9896742" y="5087894"/>
                </a:cubicBezTo>
                <a:cubicBezTo>
                  <a:pt x="9890893" y="5089311"/>
                  <a:pt x="9885045" y="5090728"/>
                  <a:pt x="9882536" y="5088888"/>
                </a:cubicBezTo>
                <a:cubicBezTo>
                  <a:pt x="9880026" y="5087047"/>
                  <a:pt x="9869718" y="5087096"/>
                  <a:pt x="9857462" y="5087617"/>
                </a:cubicBezTo>
                <a:cubicBezTo>
                  <a:pt x="9836019" y="5092813"/>
                  <a:pt x="9836019" y="5092813"/>
                  <a:pt x="9836019" y="5092813"/>
                </a:cubicBezTo>
                <a:cubicBezTo>
                  <a:pt x="9853294" y="5095973"/>
                  <a:pt x="9853294" y="5095973"/>
                  <a:pt x="9853294" y="5095973"/>
                </a:cubicBezTo>
                <a:cubicBezTo>
                  <a:pt x="9864163" y="5098235"/>
                  <a:pt x="9868621" y="5099603"/>
                  <a:pt x="9866672" y="5100075"/>
                </a:cubicBezTo>
                <a:cubicBezTo>
                  <a:pt x="9863334" y="5103333"/>
                  <a:pt x="9867792" y="5104700"/>
                  <a:pt x="9872811" y="5108381"/>
                </a:cubicBezTo>
                <a:cubicBezTo>
                  <a:pt x="9882290" y="5113429"/>
                  <a:pt x="9890087" y="5111540"/>
                  <a:pt x="9902053" y="5101297"/>
                </a:cubicBezTo>
                <a:cubicBezTo>
                  <a:pt x="9912629" y="5093838"/>
                  <a:pt x="9921816" y="5089164"/>
                  <a:pt x="9939092" y="5092323"/>
                </a:cubicBezTo>
                <a:cubicBezTo>
                  <a:pt x="9951910" y="5094114"/>
                  <a:pt x="9971964" y="5091703"/>
                  <a:pt x="9985050" y="5086085"/>
                </a:cubicBezTo>
                <a:cubicBezTo>
                  <a:pt x="10002593" y="5081835"/>
                  <a:pt x="10006493" y="5080890"/>
                  <a:pt x="10001765" y="5086931"/>
                </a:cubicBezTo>
                <a:cubicBezTo>
                  <a:pt x="9988411" y="5099960"/>
                  <a:pt x="10003177" y="5101278"/>
                  <a:pt x="10037146" y="5088152"/>
                </a:cubicBezTo>
                <a:cubicBezTo>
                  <a:pt x="10052181" y="5082061"/>
                  <a:pt x="10093679" y="5074456"/>
                  <a:pt x="10125431" y="5069211"/>
                </a:cubicBezTo>
                <a:cubicBezTo>
                  <a:pt x="10157742" y="5066279"/>
                  <a:pt x="10201849" y="5060513"/>
                  <a:pt x="10225703" y="5057158"/>
                </a:cubicBezTo>
                <a:cubicBezTo>
                  <a:pt x="10257454" y="5051915"/>
                  <a:pt x="10263862" y="5052810"/>
                  <a:pt x="10255237" y="5059797"/>
                </a:cubicBezTo>
                <a:cubicBezTo>
                  <a:pt x="10246609" y="5066782"/>
                  <a:pt x="10250508" y="5065838"/>
                  <a:pt x="10264984" y="5057435"/>
                </a:cubicBezTo>
                <a:cubicBezTo>
                  <a:pt x="10278068" y="5051816"/>
                  <a:pt x="10285866" y="5049927"/>
                  <a:pt x="10285038" y="5055023"/>
                </a:cubicBezTo>
                <a:cubicBezTo>
                  <a:pt x="10284209" y="5060121"/>
                  <a:pt x="10288667" y="5061489"/>
                  <a:pt x="10295905" y="5057288"/>
                </a:cubicBezTo>
                <a:cubicBezTo>
                  <a:pt x="10309551" y="5053981"/>
                  <a:pt x="10321247" y="5051148"/>
                  <a:pt x="10384749" y="5040659"/>
                </a:cubicBezTo>
                <a:cubicBezTo>
                  <a:pt x="10408142" y="5034991"/>
                  <a:pt x="10435995" y="5030692"/>
                  <a:pt x="10445742" y="5028331"/>
                </a:cubicBezTo>
                <a:cubicBezTo>
                  <a:pt x="10457438" y="5025496"/>
                  <a:pt x="10469135" y="5022663"/>
                  <a:pt x="10473595" y="5024030"/>
                </a:cubicBezTo>
                <a:cubicBezTo>
                  <a:pt x="10480003" y="5024926"/>
                  <a:pt x="10520111" y="5020105"/>
                  <a:pt x="10566068" y="5013866"/>
                </a:cubicBezTo>
                <a:cubicBezTo>
                  <a:pt x="10641267" y="5000545"/>
                  <a:pt x="10678867" y="4993884"/>
                  <a:pt x="10833992" y="4961196"/>
                </a:cubicBezTo>
                <a:cubicBezTo>
                  <a:pt x="10863233" y="4954113"/>
                  <a:pt x="10955684" y="4926816"/>
                  <a:pt x="11041168" y="4896314"/>
                </a:cubicBezTo>
                <a:cubicBezTo>
                  <a:pt x="11239425" y="4828696"/>
                  <a:pt x="11395940" y="4793224"/>
                  <a:pt x="11331363" y="4833350"/>
                </a:cubicBezTo>
                <a:cubicBezTo>
                  <a:pt x="11322176" y="4838025"/>
                  <a:pt x="11306312" y="4849213"/>
                  <a:pt x="11297685" y="4856200"/>
                </a:cubicBezTo>
                <a:cubicBezTo>
                  <a:pt x="11255941" y="4888346"/>
                  <a:pt x="11211397" y="4908931"/>
                  <a:pt x="11120625" y="4943164"/>
                </a:cubicBezTo>
                <a:cubicBezTo>
                  <a:pt x="11008411" y="4982591"/>
                  <a:pt x="10842442" y="5030147"/>
                  <a:pt x="10808180" y="5033551"/>
                </a:cubicBezTo>
                <a:cubicBezTo>
                  <a:pt x="10795923" y="5034072"/>
                  <a:pt x="10774480" y="5039268"/>
                  <a:pt x="10756375" y="5041207"/>
                </a:cubicBezTo>
                <a:cubicBezTo>
                  <a:pt x="10740779" y="5044985"/>
                  <a:pt x="10726573" y="5045978"/>
                  <a:pt x="10722114" y="5044611"/>
                </a:cubicBezTo>
                <a:cubicBezTo>
                  <a:pt x="10719044" y="5040458"/>
                  <a:pt x="10711246" y="5042347"/>
                  <a:pt x="10702060" y="5047022"/>
                </a:cubicBezTo>
                <a:cubicBezTo>
                  <a:pt x="10692873" y="5051695"/>
                  <a:pt x="10663631" y="5058780"/>
                  <a:pt x="10636339" y="5065391"/>
                </a:cubicBezTo>
                <a:cubicBezTo>
                  <a:pt x="10608487" y="5069691"/>
                  <a:pt x="10570888" y="5076352"/>
                  <a:pt x="10553344" y="5080603"/>
                </a:cubicBezTo>
                <a:cubicBezTo>
                  <a:pt x="10537748" y="5084382"/>
                  <a:pt x="10522981" y="5083063"/>
                  <a:pt x="10524371" y="5080278"/>
                </a:cubicBezTo>
                <a:cubicBezTo>
                  <a:pt x="10525200" y="5075181"/>
                  <a:pt x="10513503" y="5078014"/>
                  <a:pt x="10496519" y="5084578"/>
                </a:cubicBezTo>
                <a:cubicBezTo>
                  <a:pt x="10467837" y="5093975"/>
                  <a:pt x="10453900" y="5087559"/>
                  <a:pt x="10477561" y="5074481"/>
                </a:cubicBezTo>
                <a:cubicBezTo>
                  <a:pt x="10484800" y="5070279"/>
                  <a:pt x="10467814" y="5076842"/>
                  <a:pt x="10437184" y="5086712"/>
                </a:cubicBezTo>
                <a:cubicBezTo>
                  <a:pt x="10397367" y="5101256"/>
                  <a:pt x="10381211" y="5102721"/>
                  <a:pt x="10373682" y="5097201"/>
                </a:cubicBezTo>
                <a:cubicBezTo>
                  <a:pt x="10366713" y="5093992"/>
                  <a:pt x="10353896" y="5092201"/>
                  <a:pt x="10342199" y="5095035"/>
                </a:cubicBezTo>
                <a:cubicBezTo>
                  <a:pt x="10329943" y="5095556"/>
                  <a:pt x="10309888" y="5097967"/>
                  <a:pt x="10297631" y="5098488"/>
                </a:cubicBezTo>
                <a:cubicBezTo>
                  <a:pt x="10283426" y="5099482"/>
                  <a:pt x="10260032" y="5105150"/>
                  <a:pt x="10244997" y="5111241"/>
                </a:cubicBezTo>
                <a:cubicBezTo>
                  <a:pt x="10229962" y="5117331"/>
                  <a:pt x="10216316" y="5120638"/>
                  <a:pt x="10217145" y="5115540"/>
                </a:cubicBezTo>
                <a:cubicBezTo>
                  <a:pt x="10216585" y="5113228"/>
                  <a:pt x="10206837" y="5115590"/>
                  <a:pt x="10191242" y="5119368"/>
                </a:cubicBezTo>
                <a:cubicBezTo>
                  <a:pt x="10157273" y="5132494"/>
                  <a:pt x="10111877" y="5141044"/>
                  <a:pt x="10083464" y="5143032"/>
                </a:cubicBezTo>
                <a:cubicBezTo>
                  <a:pt x="10071207" y="5143553"/>
                  <a:pt x="10061460" y="5145914"/>
                  <a:pt x="10060631" y="5151012"/>
                </a:cubicBezTo>
                <a:cubicBezTo>
                  <a:pt x="10061191" y="5153324"/>
                  <a:pt x="10052565" y="5160311"/>
                  <a:pt x="10041428" y="5165457"/>
                </a:cubicBezTo>
                <a:cubicBezTo>
                  <a:pt x="10022495" y="5172493"/>
                  <a:pt x="10022495" y="5172493"/>
                  <a:pt x="10022495" y="5172493"/>
                </a:cubicBezTo>
                <a:cubicBezTo>
                  <a:pt x="10045619" y="5174235"/>
                  <a:pt x="10045619" y="5174235"/>
                  <a:pt x="10045619" y="5174235"/>
                </a:cubicBezTo>
                <a:cubicBezTo>
                  <a:pt x="10057876" y="5173713"/>
                  <a:pt x="10087677" y="5168942"/>
                  <a:pt x="10108560" y="5161433"/>
                </a:cubicBezTo>
                <a:cubicBezTo>
                  <a:pt x="10131954" y="5155766"/>
                  <a:pt x="10149498" y="5151515"/>
                  <a:pt x="10148110" y="5154299"/>
                </a:cubicBezTo>
                <a:cubicBezTo>
                  <a:pt x="10146720" y="5157085"/>
                  <a:pt x="10205225" y="5160047"/>
                  <a:pt x="10214973" y="5157686"/>
                </a:cubicBezTo>
                <a:cubicBezTo>
                  <a:pt x="10218871" y="5156741"/>
                  <a:pt x="10219700" y="5151644"/>
                  <a:pt x="10217191" y="5149804"/>
                </a:cubicBezTo>
                <a:cubicBezTo>
                  <a:pt x="10211611" y="5143811"/>
                  <a:pt x="10226646" y="5137720"/>
                  <a:pt x="10243362" y="5138566"/>
                </a:cubicBezTo>
                <a:cubicBezTo>
                  <a:pt x="10251720" y="5138990"/>
                  <a:pt x="10251720" y="5138990"/>
                  <a:pt x="10245603" y="5147817"/>
                </a:cubicBezTo>
                <a:cubicBezTo>
                  <a:pt x="10238927" y="5154331"/>
                  <a:pt x="10242825" y="5153385"/>
                  <a:pt x="10262879" y="5150976"/>
                </a:cubicBezTo>
                <a:cubicBezTo>
                  <a:pt x="10276525" y="5147670"/>
                  <a:pt x="10289342" y="5149460"/>
                  <a:pt x="10289903" y="5151773"/>
                </a:cubicBezTo>
                <a:cubicBezTo>
                  <a:pt x="10291023" y="5156398"/>
                  <a:pt x="10246747" y="5169573"/>
                  <a:pt x="10168209" y="5186153"/>
                </a:cubicBezTo>
                <a:cubicBezTo>
                  <a:pt x="10032019" y="5211803"/>
                  <a:pt x="10018372" y="5215110"/>
                  <a:pt x="9966298" y="5230175"/>
                </a:cubicBezTo>
                <a:cubicBezTo>
                  <a:pt x="9903088" y="5250386"/>
                  <a:pt x="9922314" y="5253072"/>
                  <a:pt x="9992493" y="5236070"/>
                </a:cubicBezTo>
                <a:cubicBezTo>
                  <a:pt x="10017276" y="5227617"/>
                  <a:pt x="10064621" y="5218595"/>
                  <a:pt x="10095812" y="5211038"/>
                </a:cubicBezTo>
                <a:cubicBezTo>
                  <a:pt x="10127563" y="5205793"/>
                  <a:pt x="10162653" y="5197292"/>
                  <a:pt x="10176299" y="5193986"/>
                </a:cubicBezTo>
                <a:cubicBezTo>
                  <a:pt x="10197182" y="5186478"/>
                  <a:pt x="10201081" y="5185534"/>
                  <a:pt x="10213361" y="5202144"/>
                </a:cubicBezTo>
                <a:cubicBezTo>
                  <a:pt x="10222571" y="5214602"/>
                  <a:pt x="10227030" y="5215969"/>
                  <a:pt x="10227298" y="5208560"/>
                </a:cubicBezTo>
                <a:cubicBezTo>
                  <a:pt x="10229516" y="5200678"/>
                  <a:pt x="10235366" y="5199261"/>
                  <a:pt x="10265726" y="5196801"/>
                </a:cubicBezTo>
                <a:cubicBezTo>
                  <a:pt x="10288292" y="5196231"/>
                  <a:pt x="10301937" y="5192926"/>
                  <a:pt x="10304715" y="5187356"/>
                </a:cubicBezTo>
                <a:cubicBezTo>
                  <a:pt x="10306105" y="5184570"/>
                  <a:pt x="10303594" y="5182731"/>
                  <a:pt x="10297746" y="5184147"/>
                </a:cubicBezTo>
                <a:cubicBezTo>
                  <a:pt x="10291897" y="5185565"/>
                  <a:pt x="10275742" y="5187031"/>
                  <a:pt x="10262925" y="5185239"/>
                </a:cubicBezTo>
                <a:cubicBezTo>
                  <a:pt x="10239801" y="5183497"/>
                  <a:pt x="10239801" y="5183497"/>
                  <a:pt x="10239801" y="5183497"/>
                </a:cubicBezTo>
                <a:cubicBezTo>
                  <a:pt x="10267653" y="5179197"/>
                  <a:pt x="10267653" y="5179197"/>
                  <a:pt x="10267653" y="5179197"/>
                </a:cubicBezTo>
                <a:cubicBezTo>
                  <a:pt x="10330595" y="5166397"/>
                  <a:pt x="10358155" y="5152374"/>
                  <a:pt x="10332521" y="5148792"/>
                </a:cubicBezTo>
                <a:cubicBezTo>
                  <a:pt x="10321655" y="5146529"/>
                  <a:pt x="10321655" y="5146529"/>
                  <a:pt x="10331961" y="5146479"/>
                </a:cubicBezTo>
                <a:cubicBezTo>
                  <a:pt x="10337810" y="5145063"/>
                  <a:pt x="10342268" y="5146431"/>
                  <a:pt x="10343389" y="5151056"/>
                </a:cubicBezTo>
                <a:cubicBezTo>
                  <a:pt x="10345630" y="5160305"/>
                  <a:pt x="10387689" y="5155012"/>
                  <a:pt x="10460377" y="5139850"/>
                </a:cubicBezTo>
                <a:cubicBezTo>
                  <a:pt x="10514961" y="5126626"/>
                  <a:pt x="10560358" y="5118074"/>
                  <a:pt x="10568716" y="5118498"/>
                </a:cubicBezTo>
                <a:cubicBezTo>
                  <a:pt x="10570665" y="5118026"/>
                  <a:pt x="10580412" y="5115664"/>
                  <a:pt x="10590159" y="5113303"/>
                </a:cubicBezTo>
                <a:cubicBezTo>
                  <a:pt x="10607704" y="5109052"/>
                  <a:pt x="10607704" y="5109052"/>
                  <a:pt x="10607704" y="5109052"/>
                </a:cubicBezTo>
                <a:cubicBezTo>
                  <a:pt x="10590451" y="5123024"/>
                  <a:pt x="10590451" y="5123024"/>
                  <a:pt x="10590451" y="5123024"/>
                </a:cubicBezTo>
                <a:cubicBezTo>
                  <a:pt x="10573198" y="5136998"/>
                  <a:pt x="10571810" y="5139783"/>
                  <a:pt x="10587404" y="5136005"/>
                </a:cubicBezTo>
                <a:cubicBezTo>
                  <a:pt x="10595762" y="5136428"/>
                  <a:pt x="10601051" y="5132699"/>
                  <a:pt x="10601880" y="5127601"/>
                </a:cubicBezTo>
                <a:cubicBezTo>
                  <a:pt x="10600198" y="5120663"/>
                  <a:pt x="10655052" y="5100030"/>
                  <a:pt x="10708245" y="5089589"/>
                </a:cubicBezTo>
                <a:cubicBezTo>
                  <a:pt x="10775646" y="5078156"/>
                  <a:pt x="10819095" y="5070078"/>
                  <a:pt x="10824113" y="5073759"/>
                </a:cubicBezTo>
                <a:cubicBezTo>
                  <a:pt x="10831642" y="5079279"/>
                  <a:pt x="10820797" y="5094148"/>
                  <a:pt x="10805762" y="5100239"/>
                </a:cubicBezTo>
                <a:cubicBezTo>
                  <a:pt x="10796015" y="5102600"/>
                  <a:pt x="10791287" y="5108642"/>
                  <a:pt x="10793797" y="5110482"/>
                </a:cubicBezTo>
                <a:cubicBezTo>
                  <a:pt x="10796308" y="5112322"/>
                  <a:pt x="10787680" y="5119308"/>
                  <a:pt x="10776544" y="5124454"/>
                </a:cubicBezTo>
                <a:cubicBezTo>
                  <a:pt x="10765968" y="5131913"/>
                  <a:pt x="10754003" y="5142157"/>
                  <a:pt x="10750664" y="5145413"/>
                </a:cubicBezTo>
                <a:cubicBezTo>
                  <a:pt x="10744548" y="5154240"/>
                  <a:pt x="10753734" y="5149566"/>
                  <a:pt x="10797159" y="5124356"/>
                </a:cubicBezTo>
                <a:cubicBezTo>
                  <a:pt x="10806345" y="5119682"/>
                  <a:pt x="10814412" y="5110384"/>
                  <a:pt x="10813851" y="5108071"/>
                </a:cubicBezTo>
                <a:cubicBezTo>
                  <a:pt x="10810782" y="5103919"/>
                  <a:pt x="10818019" y="5099717"/>
                  <a:pt x="10832226" y="5098723"/>
                </a:cubicBezTo>
                <a:cubicBezTo>
                  <a:pt x="10841973" y="5096361"/>
                  <a:pt x="10847821" y="5094944"/>
                  <a:pt x="10843362" y="5093577"/>
                </a:cubicBezTo>
                <a:cubicBezTo>
                  <a:pt x="10836393" y="5090370"/>
                  <a:pt x="10835833" y="5088056"/>
                  <a:pt x="10840001" y="5079702"/>
                </a:cubicBezTo>
                <a:cubicBezTo>
                  <a:pt x="10846946" y="5065778"/>
                  <a:pt x="10887884" y="5055860"/>
                  <a:pt x="10962253" y="5047635"/>
                </a:cubicBezTo>
                <a:cubicBezTo>
                  <a:pt x="10992615" y="5045176"/>
                  <a:pt x="11170550" y="4987377"/>
                  <a:pt x="11291952" y="4943275"/>
                </a:cubicBezTo>
                <a:cubicBezTo>
                  <a:pt x="11342905" y="4923586"/>
                  <a:pt x="11383551" y="4903945"/>
                  <a:pt x="11417789" y="4883410"/>
                </a:cubicBezTo>
                <a:cubicBezTo>
                  <a:pt x="11446180" y="4864290"/>
                  <a:pt x="11480977" y="4846067"/>
                  <a:pt x="11494062" y="4840448"/>
                </a:cubicBezTo>
                <a:cubicBezTo>
                  <a:pt x="11512997" y="4833413"/>
                  <a:pt x="11518285" y="4829683"/>
                  <a:pt x="11516605" y="4822747"/>
                </a:cubicBezTo>
                <a:cubicBezTo>
                  <a:pt x="11514364" y="4813496"/>
                  <a:pt x="11501277" y="4819114"/>
                  <a:pt x="11468989" y="4839178"/>
                </a:cubicBezTo>
                <a:cubicBezTo>
                  <a:pt x="11463702" y="4842908"/>
                  <a:pt x="11461192" y="4841067"/>
                  <a:pt x="11462580" y="4838283"/>
                </a:cubicBezTo>
                <a:cubicBezTo>
                  <a:pt x="11461460" y="4833658"/>
                  <a:pt x="11449763" y="4836492"/>
                  <a:pt x="11434168" y="4840270"/>
                </a:cubicBezTo>
                <a:cubicBezTo>
                  <a:pt x="11403538" y="4850139"/>
                  <a:pt x="11393790" y="4852500"/>
                  <a:pt x="11363989" y="4857273"/>
                </a:cubicBezTo>
                <a:cubicBezTo>
                  <a:pt x="11349782" y="4858266"/>
                  <a:pt x="11342546" y="4862468"/>
                  <a:pt x="11338938" y="4873134"/>
                </a:cubicBezTo>
                <a:cubicBezTo>
                  <a:pt x="11336721" y="4881017"/>
                  <a:pt x="11326144" y="4888475"/>
                  <a:pt x="11306649" y="4893198"/>
                </a:cubicBezTo>
                <a:cubicBezTo>
                  <a:pt x="11279917" y="4902124"/>
                  <a:pt x="11279917" y="4902124"/>
                  <a:pt x="11295782" y="4890936"/>
                </a:cubicBezTo>
                <a:cubicBezTo>
                  <a:pt x="11306358" y="4883477"/>
                  <a:pt x="11318323" y="4873233"/>
                  <a:pt x="11326950" y="4866247"/>
                </a:cubicBezTo>
                <a:cubicBezTo>
                  <a:pt x="11333627" y="4859733"/>
                  <a:pt x="11350052" y="4850857"/>
                  <a:pt x="11363137" y="4845238"/>
                </a:cubicBezTo>
                <a:cubicBezTo>
                  <a:pt x="11393767" y="4835369"/>
                  <a:pt x="11407122" y="4822341"/>
                  <a:pt x="11401542" y="4816349"/>
                </a:cubicBezTo>
                <a:cubicBezTo>
                  <a:pt x="11398473" y="4812195"/>
                  <a:pt x="11405710" y="4807993"/>
                  <a:pt x="11429663" y="4804639"/>
                </a:cubicBezTo>
                <a:cubicBezTo>
                  <a:pt x="11472550" y="4794247"/>
                  <a:pt x="11590054" y="4751091"/>
                  <a:pt x="11596170" y="4742265"/>
                </a:cubicBezTo>
                <a:cubicBezTo>
                  <a:pt x="11599508" y="4739007"/>
                  <a:pt x="11594489" y="4735326"/>
                  <a:pt x="11583621" y="4733063"/>
                </a:cubicBezTo>
                <a:cubicBezTo>
                  <a:pt x="11564956" y="4732689"/>
                  <a:pt x="11564956" y="4732689"/>
                  <a:pt x="11564956" y="4732689"/>
                </a:cubicBezTo>
                <a:cubicBezTo>
                  <a:pt x="11578871" y="4721974"/>
                  <a:pt x="11578871" y="4721974"/>
                  <a:pt x="11578871" y="4721974"/>
                </a:cubicBezTo>
                <a:cubicBezTo>
                  <a:pt x="11585548" y="4715459"/>
                  <a:pt x="11601681" y="4696861"/>
                  <a:pt x="11615864" y="4678736"/>
                </a:cubicBezTo>
                <a:cubicBezTo>
                  <a:pt x="11648958" y="4636444"/>
                  <a:pt x="11631973" y="4643007"/>
                  <a:pt x="11587183" y="4688133"/>
                </a:cubicBezTo>
                <a:cubicBezTo>
                  <a:pt x="11551847" y="4721176"/>
                  <a:pt x="11517049" y="4739399"/>
                  <a:pt x="11499213" y="4733928"/>
                </a:cubicBezTo>
                <a:cubicBezTo>
                  <a:pt x="11492245" y="4730720"/>
                  <a:pt x="11491684" y="4728407"/>
                  <a:pt x="11495583" y="4727462"/>
                </a:cubicBezTo>
                <a:cubicBezTo>
                  <a:pt x="11499482" y="4726519"/>
                  <a:pt x="11502261" y="4720949"/>
                  <a:pt x="11499750" y="4719109"/>
                </a:cubicBezTo>
                <a:cubicBezTo>
                  <a:pt x="11498630" y="4714484"/>
                  <a:pt x="11488883" y="4716845"/>
                  <a:pt x="11466611" y="4727138"/>
                </a:cubicBezTo>
                <a:cubicBezTo>
                  <a:pt x="11433762" y="4744889"/>
                  <a:pt x="11411198" y="4745459"/>
                  <a:pt x="11425942" y="4729646"/>
                </a:cubicBezTo>
                <a:cubicBezTo>
                  <a:pt x="11432619" y="4723132"/>
                  <a:pt x="11430669" y="4723605"/>
                  <a:pt x="11415633" y="4729695"/>
                </a:cubicBezTo>
                <a:cubicBezTo>
                  <a:pt x="11405886" y="4732057"/>
                  <a:pt x="11395579" y="4732106"/>
                  <a:pt x="11395019" y="4729793"/>
                </a:cubicBezTo>
                <a:cubicBezTo>
                  <a:pt x="11393899" y="4725169"/>
                  <a:pt x="11375793" y="4727107"/>
                  <a:pt x="11358249" y="4731358"/>
                </a:cubicBezTo>
                <a:cubicBezTo>
                  <a:pt x="11317311" y="4741275"/>
                  <a:pt x="11301424" y="4735332"/>
                  <a:pt x="11335394" y="4722205"/>
                </a:cubicBezTo>
                <a:cubicBezTo>
                  <a:pt x="11346529" y="4717060"/>
                  <a:pt x="11353767" y="4712858"/>
                  <a:pt x="11351257" y="4711017"/>
                </a:cubicBezTo>
                <a:cubicBezTo>
                  <a:pt x="11340658" y="4701345"/>
                  <a:pt x="11440324" y="4652716"/>
                  <a:pt x="11456211" y="4658659"/>
                </a:cubicBezTo>
                <a:cubicBezTo>
                  <a:pt x="11461231" y="4662340"/>
                  <a:pt x="11466519" y="4658610"/>
                  <a:pt x="11469297" y="4653041"/>
                </a:cubicBezTo>
                <a:cubicBezTo>
                  <a:pt x="11475414" y="4644215"/>
                  <a:pt x="11563383" y="4598420"/>
                  <a:pt x="11656372" y="4556306"/>
                </a:cubicBezTo>
                <a:cubicBezTo>
                  <a:pt x="11699529" y="4538504"/>
                  <a:pt x="11710105" y="4531045"/>
                  <a:pt x="11701186" y="4528310"/>
                </a:cubicBezTo>
                <a:cubicBezTo>
                  <a:pt x="11692829" y="4527887"/>
                  <a:pt x="11662198" y="4537756"/>
                  <a:pt x="11619603" y="4557870"/>
                </a:cubicBezTo>
                <a:cubicBezTo>
                  <a:pt x="11544987" y="4590636"/>
                  <a:pt x="11451146" y="4620716"/>
                  <a:pt x="11426072" y="4619445"/>
                </a:cubicBezTo>
                <a:cubicBezTo>
                  <a:pt x="11415765" y="4619495"/>
                  <a:pt x="11399609" y="4620961"/>
                  <a:pt x="11391251" y="4620538"/>
                </a:cubicBezTo>
                <a:cubicBezTo>
                  <a:pt x="11375095" y="4622004"/>
                  <a:pt x="11375095" y="4622004"/>
                  <a:pt x="11383162" y="4612705"/>
                </a:cubicBezTo>
                <a:cubicBezTo>
                  <a:pt x="11389839" y="4606190"/>
                  <a:pt x="11387890" y="4606663"/>
                  <a:pt x="11371735" y="4608129"/>
                </a:cubicBezTo>
                <a:cubicBezTo>
                  <a:pt x="11357528" y="4609122"/>
                  <a:pt x="11341103" y="4617998"/>
                  <a:pt x="11325801" y="4631498"/>
                </a:cubicBezTo>
                <a:cubicBezTo>
                  <a:pt x="11307987" y="4643159"/>
                  <a:pt x="11288224" y="4655292"/>
                  <a:pt x="11272628" y="4659070"/>
                </a:cubicBezTo>
                <a:cubicBezTo>
                  <a:pt x="11257032" y="4662849"/>
                  <a:pt x="11214145" y="4673239"/>
                  <a:pt x="11177106" y="4682213"/>
                </a:cubicBezTo>
                <a:cubicBezTo>
                  <a:pt x="11142018" y="4690714"/>
                  <a:pt x="11106367" y="4696902"/>
                  <a:pt x="11097448" y="4694167"/>
                </a:cubicBezTo>
                <a:cubicBezTo>
                  <a:pt x="11082683" y="4692848"/>
                  <a:pt x="11142554" y="4675894"/>
                  <a:pt x="11161219" y="4676269"/>
                </a:cubicBezTo>
                <a:cubicBezTo>
                  <a:pt x="11167627" y="4677164"/>
                  <a:pt x="11169578" y="4676691"/>
                  <a:pt x="11166508" y="4672539"/>
                </a:cubicBezTo>
                <a:cubicBezTo>
                  <a:pt x="11161488" y="4668859"/>
                  <a:pt x="11153130" y="4668436"/>
                  <a:pt x="11145332" y="4670325"/>
                </a:cubicBezTo>
                <a:cubicBezTo>
                  <a:pt x="11132247" y="4675944"/>
                  <a:pt x="11132247" y="4675944"/>
                  <a:pt x="11139753" y="4664332"/>
                </a:cubicBezTo>
                <a:cubicBezTo>
                  <a:pt x="11143920" y="4655978"/>
                  <a:pt x="11175941" y="4643324"/>
                  <a:pt x="11238590" y="4620801"/>
                </a:cubicBezTo>
                <a:cubicBezTo>
                  <a:pt x="11288154" y="4603896"/>
                  <a:pt x="11321563" y="4588457"/>
                  <a:pt x="11313766" y="4590346"/>
                </a:cubicBezTo>
                <a:cubicBezTo>
                  <a:pt x="11303458" y="4590396"/>
                  <a:pt x="11300949" y="4588556"/>
                  <a:pt x="11305676" y="4582514"/>
                </a:cubicBezTo>
                <a:cubicBezTo>
                  <a:pt x="11309844" y="4574160"/>
                  <a:pt x="11307334" y="4572319"/>
                  <a:pt x="11297027" y="4572368"/>
                </a:cubicBezTo>
                <a:cubicBezTo>
                  <a:pt x="11282260" y="4571050"/>
                  <a:pt x="11282260" y="4571050"/>
                  <a:pt x="11282260" y="4571050"/>
                </a:cubicBezTo>
                <a:cubicBezTo>
                  <a:pt x="11292276" y="4561278"/>
                  <a:pt x="11292276" y="4561278"/>
                  <a:pt x="11292276" y="4561278"/>
                </a:cubicBezTo>
                <a:cubicBezTo>
                  <a:pt x="11298953" y="4554765"/>
                  <a:pt x="11318717" y="4542632"/>
                  <a:pt x="11337090" y="4533284"/>
                </a:cubicBezTo>
                <a:cubicBezTo>
                  <a:pt x="11355464" y="4523936"/>
                  <a:pt x="11371889" y="4515060"/>
                  <a:pt x="11369378" y="4513220"/>
                </a:cubicBezTo>
                <a:cubicBezTo>
                  <a:pt x="11368257" y="4508595"/>
                  <a:pt x="11356562" y="4511429"/>
                  <a:pt x="11340406" y="4512895"/>
                </a:cubicBezTo>
                <a:cubicBezTo>
                  <a:pt x="11309215" y="4520452"/>
                  <a:pt x="11302247" y="4517243"/>
                  <a:pt x="11310582" y="4500535"/>
                </a:cubicBezTo>
                <a:cubicBezTo>
                  <a:pt x="11321427" y="4485666"/>
                  <a:pt x="11313628" y="4487556"/>
                  <a:pt x="11291647" y="4507570"/>
                </a:cubicBezTo>
                <a:cubicBezTo>
                  <a:pt x="11281631" y="4517342"/>
                  <a:pt x="11269667" y="4527586"/>
                  <a:pt x="11263818" y="4529003"/>
                </a:cubicBezTo>
                <a:cubicBezTo>
                  <a:pt x="11254631" y="4533676"/>
                  <a:pt x="11254072" y="4531363"/>
                  <a:pt x="11263526" y="4519280"/>
                </a:cubicBezTo>
                <a:cubicBezTo>
                  <a:pt x="11272422" y="4504884"/>
                  <a:pt x="11272422" y="4504884"/>
                  <a:pt x="11272422" y="4504884"/>
                </a:cubicBezTo>
                <a:cubicBezTo>
                  <a:pt x="11259896" y="4512815"/>
                  <a:pt x="11259896" y="4512815"/>
                  <a:pt x="11259896" y="4512815"/>
                </a:cubicBezTo>
                <a:cubicBezTo>
                  <a:pt x="11255168" y="4518857"/>
                  <a:pt x="11242643" y="4526788"/>
                  <a:pt x="11231507" y="4531934"/>
                </a:cubicBezTo>
                <a:cubicBezTo>
                  <a:pt x="11215083" y="4540809"/>
                  <a:pt x="11215083" y="4540809"/>
                  <a:pt x="11222029" y="4526886"/>
                </a:cubicBezTo>
                <a:cubicBezTo>
                  <a:pt x="11229534" y="4515274"/>
                  <a:pt x="11228974" y="4512962"/>
                  <a:pt x="11217838" y="4518109"/>
                </a:cubicBezTo>
                <a:cubicBezTo>
                  <a:pt x="11213940" y="4519052"/>
                  <a:pt x="11203923" y="4528824"/>
                  <a:pt x="11199195" y="4534866"/>
                </a:cubicBezTo>
                <a:cubicBezTo>
                  <a:pt x="11185572" y="4555304"/>
                  <a:pt x="11179724" y="4556720"/>
                  <a:pt x="11177752" y="4540061"/>
                </a:cubicBezTo>
                <a:cubicBezTo>
                  <a:pt x="11177461" y="4530339"/>
                  <a:pt x="11174390" y="4526186"/>
                  <a:pt x="11167152" y="4530388"/>
                </a:cubicBezTo>
                <a:cubicBezTo>
                  <a:pt x="11159355" y="4532277"/>
                  <a:pt x="11157137" y="4540159"/>
                  <a:pt x="11162449" y="4553562"/>
                </a:cubicBezTo>
                <a:cubicBezTo>
                  <a:pt x="11164958" y="4555402"/>
                  <a:pt x="11159401" y="4566540"/>
                  <a:pt x="11152455" y="4580464"/>
                </a:cubicBezTo>
                <a:cubicBezTo>
                  <a:pt x="11144120" y="4597173"/>
                  <a:pt x="11133544" y="4604632"/>
                  <a:pt x="11102084" y="4619598"/>
                </a:cubicBezTo>
                <a:cubicBezTo>
                  <a:pt x="11079813" y="4629890"/>
                  <a:pt x="11043065" y="4648586"/>
                  <a:pt x="11017453" y="4662136"/>
                </a:cubicBezTo>
                <a:cubicBezTo>
                  <a:pt x="10973469" y="4685033"/>
                  <a:pt x="10957873" y="4688812"/>
                  <a:pt x="10977905" y="4669270"/>
                </a:cubicBezTo>
                <a:cubicBezTo>
                  <a:pt x="10985971" y="4659971"/>
                  <a:pt x="10984022" y="4660443"/>
                  <a:pt x="10963138" y="4667951"/>
                </a:cubicBezTo>
                <a:cubicBezTo>
                  <a:pt x="10946154" y="4674514"/>
                  <a:pt x="10937795" y="4674091"/>
                  <a:pt x="10938625" y="4668993"/>
                </a:cubicBezTo>
                <a:cubicBezTo>
                  <a:pt x="10939454" y="4663895"/>
                  <a:pt x="10931656" y="4665786"/>
                  <a:pt x="10909944" y="4678391"/>
                </a:cubicBezTo>
                <a:cubicBezTo>
                  <a:pt x="10865959" y="4701288"/>
                  <a:pt x="10840617" y="4707428"/>
                  <a:pt x="10795488" y="4708568"/>
                </a:cubicBezTo>
                <a:cubicBezTo>
                  <a:pt x="10751749" y="4706925"/>
                  <a:pt x="10743951" y="4708814"/>
                  <a:pt x="10752041" y="4716647"/>
                </a:cubicBezTo>
                <a:cubicBezTo>
                  <a:pt x="10760129" y="4724479"/>
                  <a:pt x="10627009" y="4754283"/>
                  <a:pt x="10607223" y="4749285"/>
                </a:cubicBezTo>
                <a:cubicBezTo>
                  <a:pt x="10602764" y="4747916"/>
                  <a:pt x="10590507" y="4748437"/>
                  <a:pt x="10578810" y="4751271"/>
                </a:cubicBezTo>
                <a:cubicBezTo>
                  <a:pt x="10564605" y="4752266"/>
                  <a:pt x="10556246" y="4751842"/>
                  <a:pt x="10554565" y="4744905"/>
                </a:cubicBezTo>
                <a:cubicBezTo>
                  <a:pt x="10555394" y="4739807"/>
                  <a:pt x="10550935" y="4738440"/>
                  <a:pt x="10546208" y="4744481"/>
                </a:cubicBezTo>
                <a:cubicBezTo>
                  <a:pt x="10538141" y="4753779"/>
                  <a:pt x="10538141" y="4753779"/>
                  <a:pt x="10464063" y="4771728"/>
                </a:cubicBezTo>
                <a:cubicBezTo>
                  <a:pt x="10430923" y="4779756"/>
                  <a:pt x="10399172" y="4785001"/>
                  <a:pt x="10392763" y="4784105"/>
                </a:cubicBezTo>
                <a:cubicBezTo>
                  <a:pt x="10365180" y="4780996"/>
                  <a:pt x="10342616" y="4781566"/>
                  <a:pt x="10335938" y="4788079"/>
                </a:cubicBezTo>
                <a:cubicBezTo>
                  <a:pt x="10332600" y="4791337"/>
                  <a:pt x="10328142" y="4789968"/>
                  <a:pt x="10326460" y="4783032"/>
                </a:cubicBezTo>
                <a:cubicBezTo>
                  <a:pt x="10324779" y="4776094"/>
                  <a:pt x="10320320" y="4774727"/>
                  <a:pt x="10318931" y="4777511"/>
                </a:cubicBezTo>
                <a:cubicBezTo>
                  <a:pt x="10315593" y="4780768"/>
                  <a:pt x="10316713" y="4785394"/>
                  <a:pt x="10319783" y="4789546"/>
                </a:cubicBezTo>
                <a:cubicBezTo>
                  <a:pt x="10322293" y="4791386"/>
                  <a:pt x="10322853" y="4793698"/>
                  <a:pt x="10318954" y="4794643"/>
                </a:cubicBezTo>
                <a:cubicBezTo>
                  <a:pt x="10315615" y="4797900"/>
                  <a:pt x="10312545" y="4793747"/>
                  <a:pt x="10311425" y="4789123"/>
                </a:cubicBezTo>
                <a:cubicBezTo>
                  <a:pt x="10307235" y="4780345"/>
                  <a:pt x="10301386" y="4781762"/>
                  <a:pt x="10280504" y="4789270"/>
                </a:cubicBezTo>
                <a:cubicBezTo>
                  <a:pt x="10247924" y="4799611"/>
                  <a:pt x="10228697" y="4796924"/>
                  <a:pt x="10250410" y="4784320"/>
                </a:cubicBezTo>
                <a:cubicBezTo>
                  <a:pt x="10266275" y="4773131"/>
                  <a:pt x="10285769" y="4768408"/>
                  <a:pt x="10345931" y="4761177"/>
                </a:cubicBezTo>
                <a:cubicBezTo>
                  <a:pt x="10369885" y="4757821"/>
                  <a:pt x="10423639" y="4749695"/>
                  <a:pt x="10463188" y="4742561"/>
                </a:cubicBezTo>
                <a:cubicBezTo>
                  <a:pt x="10502737" y="4735428"/>
                  <a:pt x="10540897" y="4731079"/>
                  <a:pt x="10544795" y="4730134"/>
                </a:cubicBezTo>
                <a:cubicBezTo>
                  <a:pt x="10551205" y="4731030"/>
                  <a:pt x="10564851" y="4727724"/>
                  <a:pt x="10578496" y="4724418"/>
                </a:cubicBezTo>
                <a:cubicBezTo>
                  <a:pt x="10592142" y="4721112"/>
                  <a:pt x="10637539" y="4712561"/>
                  <a:pt x="10679037" y="4704956"/>
                </a:cubicBezTo>
                <a:cubicBezTo>
                  <a:pt x="10738081" y="4693099"/>
                  <a:pt x="10793493" y="4674777"/>
                  <a:pt x="10929929" y="4624584"/>
                </a:cubicBezTo>
                <a:cubicBezTo>
                  <a:pt x="11104795" y="4562633"/>
                  <a:pt x="11163814" y="4533644"/>
                  <a:pt x="11171029" y="4512312"/>
                </a:cubicBezTo>
                <a:cubicBezTo>
                  <a:pt x="11173247" y="4504430"/>
                  <a:pt x="11154874" y="4513777"/>
                  <a:pt x="11108110" y="4542245"/>
                </a:cubicBezTo>
                <a:cubicBezTo>
                  <a:pt x="11095584" y="4550175"/>
                  <a:pt x="11093075" y="4548335"/>
                  <a:pt x="11093343" y="4540925"/>
                </a:cubicBezTo>
                <a:cubicBezTo>
                  <a:pt x="11096122" y="4535357"/>
                  <a:pt x="11093612" y="4533516"/>
                  <a:pt x="11084986" y="4540502"/>
                </a:cubicBezTo>
                <a:cubicBezTo>
                  <a:pt x="11060495" y="4558677"/>
                  <a:pt x="11017899" y="4578789"/>
                  <a:pt x="11012320" y="4572797"/>
                </a:cubicBezTo>
                <a:cubicBezTo>
                  <a:pt x="11004231" y="4564964"/>
                  <a:pt x="10976109" y="4576673"/>
                  <a:pt x="10975011" y="4589180"/>
                </a:cubicBezTo>
                <a:cubicBezTo>
                  <a:pt x="10973354" y="4599374"/>
                  <a:pt x="10960268" y="4604993"/>
                  <a:pt x="10865038" y="4637858"/>
                </a:cubicBezTo>
                <a:cubicBezTo>
                  <a:pt x="10752263" y="4674974"/>
                  <a:pt x="10709376" y="4685364"/>
                  <a:pt x="10665368" y="4691129"/>
                </a:cubicBezTo>
                <a:cubicBezTo>
                  <a:pt x="10651162" y="4692123"/>
                  <a:pt x="10603815" y="4701146"/>
                  <a:pt x="10560928" y="4711536"/>
                </a:cubicBezTo>
                <a:cubicBezTo>
                  <a:pt x="10476543" y="4729533"/>
                  <a:pt x="10464286" y="4730055"/>
                  <a:pt x="10473742" y="4717970"/>
                </a:cubicBezTo>
                <a:cubicBezTo>
                  <a:pt x="10478469" y="4711928"/>
                  <a:pt x="10475959" y="4710089"/>
                  <a:pt x="10470111" y="4711505"/>
                </a:cubicBezTo>
                <a:cubicBezTo>
                  <a:pt x="10464824" y="4715234"/>
                  <a:pt x="10461485" y="4718492"/>
                  <a:pt x="10462045" y="4720804"/>
                </a:cubicBezTo>
                <a:cubicBezTo>
                  <a:pt x="10461216" y="4725902"/>
                  <a:pt x="10437824" y="4731569"/>
                  <a:pt x="10409411" y="4733556"/>
                </a:cubicBezTo>
                <a:cubicBezTo>
                  <a:pt x="10379609" y="4738329"/>
                  <a:pt x="10361504" y="4740267"/>
                  <a:pt x="10366792" y="4736537"/>
                </a:cubicBezTo>
                <a:cubicBezTo>
                  <a:pt x="10372640" y="4735120"/>
                  <a:pt x="10380707" y="4725821"/>
                  <a:pt x="10383485" y="4720252"/>
                </a:cubicBezTo>
                <a:cubicBezTo>
                  <a:pt x="10387092" y="4709586"/>
                  <a:pt x="10400178" y="4703967"/>
                  <a:pt x="10438046" y="4689896"/>
                </a:cubicBezTo>
                <a:cubicBezTo>
                  <a:pt x="10464217" y="4678659"/>
                  <a:pt x="10487610" y="4672991"/>
                  <a:pt x="10488731" y="4677616"/>
                </a:cubicBezTo>
                <a:cubicBezTo>
                  <a:pt x="10489291" y="4679928"/>
                  <a:pt x="10501548" y="4679408"/>
                  <a:pt x="10512684" y="4674261"/>
                </a:cubicBezTo>
                <a:cubicBezTo>
                  <a:pt x="10526331" y="4670955"/>
                  <a:pt x="10541925" y="4667176"/>
                  <a:pt x="10546944" y="4670857"/>
                </a:cubicBezTo>
                <a:cubicBezTo>
                  <a:pt x="10553913" y="4674064"/>
                  <a:pt x="10557813" y="4673121"/>
                  <a:pt x="10560591" y="4667551"/>
                </a:cubicBezTo>
                <a:cubicBezTo>
                  <a:pt x="10562809" y="4659669"/>
                  <a:pt x="10560299" y="4657828"/>
                  <a:pt x="10548042" y="4658350"/>
                </a:cubicBezTo>
                <a:cubicBezTo>
                  <a:pt x="10515731" y="4661281"/>
                  <a:pt x="10494556" y="4659067"/>
                  <a:pt x="10493436" y="4654442"/>
                </a:cubicBezTo>
                <a:cubicBezTo>
                  <a:pt x="10490366" y="4650290"/>
                  <a:pt x="10445260" y="4668563"/>
                  <a:pt x="10422159" y="4683952"/>
                </a:cubicBezTo>
                <a:cubicBezTo>
                  <a:pt x="10416872" y="4687682"/>
                  <a:pt x="10411023" y="4689099"/>
                  <a:pt x="10409902" y="4684473"/>
                </a:cubicBezTo>
                <a:cubicBezTo>
                  <a:pt x="10409342" y="4682161"/>
                  <a:pt x="10402933" y="4681265"/>
                  <a:pt x="10397085" y="4682682"/>
                </a:cubicBezTo>
                <a:cubicBezTo>
                  <a:pt x="10391237" y="4684099"/>
                  <a:pt x="10386778" y="4682731"/>
                  <a:pt x="10386217" y="4680418"/>
                </a:cubicBezTo>
                <a:cubicBezTo>
                  <a:pt x="10381467" y="4669329"/>
                  <a:pt x="10394261" y="4653988"/>
                  <a:pt x="10406517" y="4653467"/>
                </a:cubicBezTo>
                <a:cubicBezTo>
                  <a:pt x="10412926" y="4654363"/>
                  <a:pt x="10422113" y="4649688"/>
                  <a:pt x="10424891" y="4644118"/>
                </a:cubicBezTo>
                <a:cubicBezTo>
                  <a:pt x="10430179" y="4640389"/>
                  <a:pt x="10446043" y="4629202"/>
                  <a:pt x="10463028" y="4622639"/>
                </a:cubicBezTo>
                <a:cubicBezTo>
                  <a:pt x="10493098" y="4610457"/>
                  <a:pt x="10493098" y="4610457"/>
                  <a:pt x="10497020" y="4626644"/>
                </a:cubicBezTo>
                <a:cubicBezTo>
                  <a:pt x="10502891" y="4642359"/>
                  <a:pt x="10503451" y="4644671"/>
                  <a:pt x="10522385" y="4637636"/>
                </a:cubicBezTo>
                <a:cubicBezTo>
                  <a:pt x="10547168" y="4629184"/>
                  <a:pt x="10544927" y="4619934"/>
                  <a:pt x="10521241" y="4615879"/>
                </a:cubicBezTo>
                <a:cubicBezTo>
                  <a:pt x="10502018" y="4613193"/>
                  <a:pt x="10493367" y="4603047"/>
                  <a:pt x="10502822" y="4590963"/>
                </a:cubicBezTo>
                <a:cubicBezTo>
                  <a:pt x="10511717" y="4576568"/>
                  <a:pt x="10566010" y="4553620"/>
                  <a:pt x="10610846" y="4542758"/>
                </a:cubicBezTo>
                <a:cubicBezTo>
                  <a:pt x="10662091" y="4532791"/>
                  <a:pt x="10694964" y="4532171"/>
                  <a:pt x="10664332" y="4542041"/>
                </a:cubicBezTo>
                <a:cubicBezTo>
                  <a:pt x="10652637" y="4544874"/>
                  <a:pt x="10642060" y="4552333"/>
                  <a:pt x="10637332" y="4558374"/>
                </a:cubicBezTo>
                <a:cubicBezTo>
                  <a:pt x="10631215" y="4567201"/>
                  <a:pt x="10637064" y="4565785"/>
                  <a:pt x="10670473" y="4550346"/>
                </a:cubicBezTo>
                <a:cubicBezTo>
                  <a:pt x="10696644" y="4539109"/>
                  <a:pt x="10713628" y="4532545"/>
                  <a:pt x="10714749" y="4537170"/>
                </a:cubicBezTo>
                <a:cubicBezTo>
                  <a:pt x="10716430" y="4544108"/>
                  <a:pt x="10701126" y="4557609"/>
                  <a:pt x="10682193" y="4564644"/>
                </a:cubicBezTo>
                <a:cubicBezTo>
                  <a:pt x="10676344" y="4566061"/>
                  <a:pt x="10673005" y="4569318"/>
                  <a:pt x="10675516" y="4571158"/>
                </a:cubicBezTo>
                <a:cubicBezTo>
                  <a:pt x="10685553" y="4578518"/>
                  <a:pt x="10655775" y="4600422"/>
                  <a:pt x="10628483" y="4607034"/>
                </a:cubicBezTo>
                <a:cubicBezTo>
                  <a:pt x="10611499" y="4613598"/>
                  <a:pt x="10602311" y="4618272"/>
                  <a:pt x="10604821" y="4620111"/>
                </a:cubicBezTo>
                <a:cubicBezTo>
                  <a:pt x="10607332" y="4621952"/>
                  <a:pt x="10606503" y="4627049"/>
                  <a:pt x="10605673" y="4632146"/>
                </a:cubicBezTo>
                <a:cubicBezTo>
                  <a:pt x="10602334" y="4635403"/>
                  <a:pt x="10604284" y="4634930"/>
                  <a:pt x="10610961" y="4628417"/>
                </a:cubicBezTo>
                <a:cubicBezTo>
                  <a:pt x="10618199" y="4624216"/>
                  <a:pt x="10632674" y="4615812"/>
                  <a:pt x="10643810" y="4610666"/>
                </a:cubicBezTo>
                <a:cubicBezTo>
                  <a:pt x="10654946" y="4605519"/>
                  <a:pt x="10678047" y="4590130"/>
                  <a:pt x="10697251" y="4575684"/>
                </a:cubicBezTo>
                <a:cubicBezTo>
                  <a:pt x="10728418" y="4550996"/>
                  <a:pt x="10745402" y="4544433"/>
                  <a:pt x="10761289" y="4550377"/>
                </a:cubicBezTo>
                <a:cubicBezTo>
                  <a:pt x="10765749" y="4551744"/>
                  <a:pt x="10779955" y="4550750"/>
                  <a:pt x="10794162" y="4549757"/>
                </a:cubicBezTo>
                <a:cubicBezTo>
                  <a:pt x="10815604" y="4544562"/>
                  <a:pt x="10819503" y="4543618"/>
                  <a:pt x="10817263" y="4534368"/>
                </a:cubicBezTo>
                <a:cubicBezTo>
                  <a:pt x="10815021" y="4525118"/>
                  <a:pt x="10809174" y="4526535"/>
                  <a:pt x="10786341" y="4534514"/>
                </a:cubicBezTo>
                <a:cubicBezTo>
                  <a:pt x="10755710" y="4544384"/>
                  <a:pt x="10730636" y="4543114"/>
                  <a:pt x="10742602" y="4532871"/>
                </a:cubicBezTo>
                <a:cubicBezTo>
                  <a:pt x="10771259" y="4506342"/>
                  <a:pt x="10784345" y="4500723"/>
                  <a:pt x="10831960" y="4484290"/>
                </a:cubicBezTo>
                <a:cubicBezTo>
                  <a:pt x="10876237" y="4471116"/>
                  <a:pt x="10880135" y="4470171"/>
                  <a:pt x="10852284" y="4474471"/>
                </a:cubicBezTo>
                <a:cubicBezTo>
                  <a:pt x="10834738" y="4478722"/>
                  <a:pt x="10786003" y="4490529"/>
                  <a:pt x="10743116" y="4500920"/>
                </a:cubicBezTo>
                <a:cubicBezTo>
                  <a:pt x="10700229" y="4511310"/>
                  <a:pt x="10662629" y="4517972"/>
                  <a:pt x="10660119" y="4516131"/>
                </a:cubicBezTo>
                <a:cubicBezTo>
                  <a:pt x="10648691" y="4511555"/>
                  <a:pt x="10799066" y="4467778"/>
                  <a:pt x="10906844" y="4444115"/>
                </a:cubicBezTo>
                <a:cubicBezTo>
                  <a:pt x="10936646" y="4439343"/>
                  <a:pt x="10940277" y="4445808"/>
                  <a:pt x="10913544" y="4454732"/>
                </a:cubicBezTo>
                <a:cubicBezTo>
                  <a:pt x="10902408" y="4459879"/>
                  <a:pt x="10900459" y="4460351"/>
                  <a:pt x="10910206" y="4457990"/>
                </a:cubicBezTo>
                <a:cubicBezTo>
                  <a:pt x="10926361" y="4456524"/>
                  <a:pt x="10932502" y="4464828"/>
                  <a:pt x="10919976" y="4472760"/>
                </a:cubicBezTo>
                <a:cubicBezTo>
                  <a:pt x="10914689" y="4476489"/>
                  <a:pt x="10916637" y="4476016"/>
                  <a:pt x="10923874" y="4471815"/>
                </a:cubicBezTo>
                <a:cubicBezTo>
                  <a:pt x="10956164" y="4451751"/>
                  <a:pt x="11009895" y="4426492"/>
                  <a:pt x="11014915" y="4430173"/>
                </a:cubicBezTo>
                <a:cubicBezTo>
                  <a:pt x="11020495" y="4436165"/>
                  <a:pt x="11082584" y="4411330"/>
                  <a:pt x="11095378" y="4395989"/>
                </a:cubicBezTo>
                <a:cubicBezTo>
                  <a:pt x="11106783" y="4383434"/>
                  <a:pt x="11106783" y="4383434"/>
                  <a:pt x="11106783" y="4383434"/>
                </a:cubicBezTo>
                <a:cubicBezTo>
                  <a:pt x="11091188" y="4387211"/>
                  <a:pt x="11091188" y="4387211"/>
                  <a:pt x="11091188" y="4387211"/>
                </a:cubicBezTo>
                <a:cubicBezTo>
                  <a:pt x="11083950" y="4391413"/>
                  <a:pt x="11077541" y="4390518"/>
                  <a:pt x="11078371" y="4385420"/>
                </a:cubicBezTo>
                <a:cubicBezTo>
                  <a:pt x="11077810" y="4383108"/>
                  <a:pt x="11074740" y="4378956"/>
                  <a:pt x="11070842" y="4379899"/>
                </a:cubicBezTo>
                <a:cubicBezTo>
                  <a:pt x="11066382" y="4378532"/>
                  <a:pt x="11138219" y="4351335"/>
                  <a:pt x="11228991" y="4317102"/>
                </a:cubicBezTo>
                <a:cubicBezTo>
                  <a:pt x="11319761" y="4282869"/>
                  <a:pt x="11400785" y="4250999"/>
                  <a:pt x="11409413" y="4244012"/>
                </a:cubicBezTo>
                <a:cubicBezTo>
                  <a:pt x="11421377" y="4233769"/>
                  <a:pt x="11408291" y="4239387"/>
                  <a:pt x="11359287" y="4258604"/>
                </a:cubicBezTo>
                <a:cubicBezTo>
                  <a:pt x="11299147" y="4282968"/>
                  <a:pt x="11287450" y="4285802"/>
                  <a:pt x="11267664" y="4280802"/>
                </a:cubicBezTo>
                <a:cubicBezTo>
                  <a:pt x="11254848" y="4279011"/>
                  <a:pt x="11242031" y="4277220"/>
                  <a:pt x="11238131" y="4278165"/>
                </a:cubicBezTo>
                <a:cubicBezTo>
                  <a:pt x="11232284" y="4279582"/>
                  <a:pt x="11229774" y="4277741"/>
                  <a:pt x="11233941" y="4269387"/>
                </a:cubicBezTo>
                <a:cubicBezTo>
                  <a:pt x="11236159" y="4261505"/>
                  <a:pt x="11233089" y="4257353"/>
                  <a:pt x="11224171" y="4254617"/>
                </a:cubicBezTo>
                <a:cubicBezTo>
                  <a:pt x="11213304" y="4252353"/>
                  <a:pt x="11208015" y="4256082"/>
                  <a:pt x="11195782" y="4273736"/>
                </a:cubicBezTo>
                <a:cubicBezTo>
                  <a:pt x="11182158" y="4294174"/>
                  <a:pt x="11178259" y="4295118"/>
                  <a:pt x="11058807" y="4338748"/>
                </a:cubicBezTo>
                <a:cubicBezTo>
                  <a:pt x="10990310" y="4362689"/>
                  <a:pt x="10924589" y="4381059"/>
                  <a:pt x="10910383" y="4382052"/>
                </a:cubicBezTo>
                <a:cubicBezTo>
                  <a:pt x="10898126" y="4382574"/>
                  <a:pt x="10880021" y="4384512"/>
                  <a:pt x="10872223" y="4386402"/>
                </a:cubicBezTo>
                <a:cubicBezTo>
                  <a:pt x="10841861" y="4388861"/>
                  <a:pt x="10847978" y="4380034"/>
                  <a:pt x="10881118" y="4372005"/>
                </a:cubicBezTo>
                <a:cubicBezTo>
                  <a:pt x="10918159" y="4363031"/>
                  <a:pt x="10917305" y="4350997"/>
                  <a:pt x="10881096" y="4354874"/>
                </a:cubicBezTo>
                <a:cubicBezTo>
                  <a:pt x="10862990" y="4356812"/>
                  <a:pt x="10860480" y="4354971"/>
                  <a:pt x="10873006" y="4347041"/>
                </a:cubicBezTo>
                <a:cubicBezTo>
                  <a:pt x="10883582" y="4339582"/>
                  <a:pt x="10883582" y="4339582"/>
                  <a:pt x="10867427" y="4341048"/>
                </a:cubicBezTo>
                <a:cubicBezTo>
                  <a:pt x="10857120" y="4341097"/>
                  <a:pt x="10823980" y="4349126"/>
                  <a:pt x="10793348" y="4358995"/>
                </a:cubicBezTo>
                <a:cubicBezTo>
                  <a:pt x="10762158" y="4366552"/>
                  <a:pt x="10736816" y="4372692"/>
                  <a:pt x="10738204" y="4369907"/>
                </a:cubicBezTo>
                <a:cubicBezTo>
                  <a:pt x="10741812" y="4359240"/>
                  <a:pt x="10799688" y="4308495"/>
                  <a:pt x="10812775" y="4302877"/>
                </a:cubicBezTo>
                <a:cubicBezTo>
                  <a:pt x="10820572" y="4300987"/>
                  <a:pt x="10823351" y="4295418"/>
                  <a:pt x="10822789" y="4293105"/>
                </a:cubicBezTo>
                <a:cubicBezTo>
                  <a:pt x="10820280" y="4291265"/>
                  <a:pt x="10826957" y="4284751"/>
                  <a:pt x="10835024" y="4275452"/>
                </a:cubicBezTo>
                <a:cubicBezTo>
                  <a:pt x="10846989" y="4265209"/>
                  <a:pt x="10850327" y="4261952"/>
                  <a:pt x="10843359" y="4258744"/>
                </a:cubicBezTo>
                <a:cubicBezTo>
                  <a:pt x="10832491" y="4256480"/>
                  <a:pt x="10856152" y="4243403"/>
                  <a:pt x="10902379" y="4229755"/>
                </a:cubicBezTo>
                <a:cubicBezTo>
                  <a:pt x="10923262" y="4222248"/>
                  <a:pt x="10929110" y="4220830"/>
                  <a:pt x="10922141" y="4217623"/>
                </a:cubicBezTo>
                <a:cubicBezTo>
                  <a:pt x="10917123" y="4213942"/>
                  <a:pt x="10903476" y="4217248"/>
                  <a:pt x="10893729" y="4219610"/>
                </a:cubicBezTo>
                <a:cubicBezTo>
                  <a:pt x="10866997" y="4228534"/>
                  <a:pt x="10864756" y="4219285"/>
                  <a:pt x="10889807" y="4203422"/>
                </a:cubicBezTo>
                <a:cubicBezTo>
                  <a:pt x="10906232" y="4194547"/>
                  <a:pt x="10909571" y="4191291"/>
                  <a:pt x="10899263" y="4191339"/>
                </a:cubicBezTo>
                <a:cubicBezTo>
                  <a:pt x="10888396" y="4189075"/>
                  <a:pt x="10890344" y="4188603"/>
                  <a:pt x="10902311" y="4178359"/>
                </a:cubicBezTo>
                <a:cubicBezTo>
                  <a:pt x="10910936" y="4171374"/>
                  <a:pt x="10929870" y="4164338"/>
                  <a:pt x="10943516" y="4161032"/>
                </a:cubicBezTo>
                <a:cubicBezTo>
                  <a:pt x="10979995" y="4149746"/>
                  <a:pt x="10990571" y="4142287"/>
                  <a:pt x="10969956" y="4142385"/>
                </a:cubicBezTo>
                <a:cubicBezTo>
                  <a:pt x="10959650" y="4142434"/>
                  <a:pt x="10974684" y="4136344"/>
                  <a:pt x="11007264" y="4126001"/>
                </a:cubicBezTo>
                <a:cubicBezTo>
                  <a:pt x="11037895" y="4116133"/>
                  <a:pt x="11084121" y="4102485"/>
                  <a:pt x="11106953" y="4094505"/>
                </a:cubicBezTo>
                <a:cubicBezTo>
                  <a:pt x="11152059" y="4076232"/>
                  <a:pt x="11181032" y="4076557"/>
                  <a:pt x="11157930" y="4091948"/>
                </a:cubicBezTo>
                <a:cubicBezTo>
                  <a:pt x="11129541" y="4111067"/>
                  <a:pt x="11129541" y="4111067"/>
                  <a:pt x="11164898" y="4095155"/>
                </a:cubicBezTo>
                <a:cubicBezTo>
                  <a:pt x="11185222" y="4085335"/>
                  <a:pt x="11213343" y="4073626"/>
                  <a:pt x="11224479" y="4068480"/>
                </a:cubicBezTo>
                <a:cubicBezTo>
                  <a:pt x="11235615" y="4063333"/>
                  <a:pt x="11251479" y="4052145"/>
                  <a:pt x="11257596" y="4043319"/>
                </a:cubicBezTo>
                <a:cubicBezTo>
                  <a:pt x="11265662" y="4034020"/>
                  <a:pt x="11274290" y="4027033"/>
                  <a:pt x="11276800" y="4028874"/>
                </a:cubicBezTo>
                <a:cubicBezTo>
                  <a:pt x="11278748" y="4028402"/>
                  <a:pt x="11281527" y="4022832"/>
                  <a:pt x="11279846" y="4015894"/>
                </a:cubicBezTo>
                <a:cubicBezTo>
                  <a:pt x="11280115" y="4008485"/>
                  <a:pt x="11282333" y="4000603"/>
                  <a:pt x="11288181" y="3999186"/>
                </a:cubicBezTo>
                <a:cubicBezTo>
                  <a:pt x="11297928" y="3996824"/>
                  <a:pt x="11297928" y="3996824"/>
                  <a:pt x="11289301" y="4003810"/>
                </a:cubicBezTo>
                <a:cubicBezTo>
                  <a:pt x="11281235" y="4013110"/>
                  <a:pt x="11281235" y="4013110"/>
                  <a:pt x="11294613" y="4017213"/>
                </a:cubicBezTo>
                <a:cubicBezTo>
                  <a:pt x="11311889" y="4020372"/>
                  <a:pt x="11313838" y="4019900"/>
                  <a:pt x="11310476" y="4006025"/>
                </a:cubicBezTo>
                <a:cubicBezTo>
                  <a:pt x="11308235" y="3996775"/>
                  <a:pt x="11308235" y="3996775"/>
                  <a:pt x="11316885" y="4006921"/>
                </a:cubicBezTo>
                <a:cubicBezTo>
                  <a:pt x="11320515" y="4013386"/>
                  <a:pt x="11323025" y="4015226"/>
                  <a:pt x="11321904" y="4010601"/>
                </a:cubicBezTo>
                <a:cubicBezTo>
                  <a:pt x="11320784" y="4005976"/>
                  <a:pt x="11325511" y="3999934"/>
                  <a:pt x="11332749" y="3995733"/>
                </a:cubicBezTo>
                <a:cubicBezTo>
                  <a:pt x="11346395" y="3992427"/>
                  <a:pt x="11346372" y="3975294"/>
                  <a:pt x="11332995" y="3971191"/>
                </a:cubicBezTo>
                <a:cubicBezTo>
                  <a:pt x="11331045" y="3971663"/>
                  <a:pt x="11327147" y="3972608"/>
                  <a:pt x="11330217" y="3976761"/>
                </a:cubicBezTo>
                <a:cubicBezTo>
                  <a:pt x="11330777" y="3979074"/>
                  <a:pt x="11329948" y="3984170"/>
                  <a:pt x="11326050" y="3985115"/>
                </a:cubicBezTo>
                <a:cubicBezTo>
                  <a:pt x="11324099" y="3985587"/>
                  <a:pt x="11321029" y="3981434"/>
                  <a:pt x="11321298" y="3974025"/>
                </a:cubicBezTo>
                <a:cubicBezTo>
                  <a:pt x="11318498" y="3962463"/>
                  <a:pt x="11316547" y="3962935"/>
                  <a:pt x="11307360" y="3967609"/>
                </a:cubicBezTo>
                <a:cubicBezTo>
                  <a:pt x="11302073" y="3971338"/>
                  <a:pt x="11300123" y="3971810"/>
                  <a:pt x="11301512" y="3969026"/>
                </a:cubicBezTo>
                <a:cubicBezTo>
                  <a:pt x="11304851" y="3965769"/>
                  <a:pt x="11305680" y="3960672"/>
                  <a:pt x="11303171" y="3958832"/>
                </a:cubicBezTo>
                <a:cubicBezTo>
                  <a:pt x="11300100" y="3954679"/>
                  <a:pt x="11349666" y="3937774"/>
                  <a:pt x="11370279" y="3937676"/>
                </a:cubicBezTo>
                <a:cubicBezTo>
                  <a:pt x="11380587" y="3937627"/>
                  <a:pt x="11383925" y="3934370"/>
                  <a:pt x="11382805" y="3929745"/>
                </a:cubicBezTo>
                <a:cubicBezTo>
                  <a:pt x="11381684" y="3925120"/>
                  <a:pt x="11388922" y="3920918"/>
                  <a:pt x="11398108" y="3916244"/>
                </a:cubicBezTo>
                <a:cubicBezTo>
                  <a:pt x="11417043" y="3909209"/>
                  <a:pt x="11412023" y="3905528"/>
                  <a:pt x="11392529" y="3910252"/>
                </a:cubicBezTo>
                <a:cubicBezTo>
                  <a:pt x="11384731" y="3912141"/>
                  <a:pt x="11376373" y="3911718"/>
                  <a:pt x="11375813" y="3909405"/>
                </a:cubicBezTo>
                <a:cubicBezTo>
                  <a:pt x="11374693" y="3904780"/>
                  <a:pt x="11378592" y="3903836"/>
                  <a:pt x="11384440" y="3902419"/>
                </a:cubicBezTo>
                <a:cubicBezTo>
                  <a:pt x="11390849" y="3903315"/>
                  <a:pt x="11398086" y="3899113"/>
                  <a:pt x="11400864" y="3893543"/>
                </a:cubicBezTo>
                <a:cubicBezTo>
                  <a:pt x="11405593" y="3887501"/>
                  <a:pt x="11405032" y="3885188"/>
                  <a:pt x="11399184" y="3886605"/>
                </a:cubicBezTo>
                <a:cubicBezTo>
                  <a:pt x="11393895" y="3890336"/>
                  <a:pt x="11396674" y="3884766"/>
                  <a:pt x="11402791" y="3875939"/>
                </a:cubicBezTo>
                <a:cubicBezTo>
                  <a:pt x="11414196" y="3863383"/>
                  <a:pt x="11414196" y="3863383"/>
                  <a:pt x="11403888" y="3863432"/>
                </a:cubicBezTo>
                <a:cubicBezTo>
                  <a:pt x="11395531" y="3863009"/>
                  <a:pt x="11388561" y="3859801"/>
                  <a:pt x="11388001" y="3857489"/>
                </a:cubicBezTo>
                <a:cubicBezTo>
                  <a:pt x="11385760" y="3848238"/>
                  <a:pt x="11395507" y="3845877"/>
                  <a:pt x="11399699" y="3854655"/>
                </a:cubicBezTo>
                <a:cubicBezTo>
                  <a:pt x="11402768" y="3858808"/>
                  <a:pt x="11408056" y="3855078"/>
                  <a:pt x="11416123" y="3845779"/>
                </a:cubicBezTo>
                <a:cubicBezTo>
                  <a:pt x="11428916" y="3830438"/>
                  <a:pt x="11444511" y="3826660"/>
                  <a:pt x="11460398" y="3832603"/>
                </a:cubicBezTo>
                <a:cubicBezTo>
                  <a:pt x="11469877" y="3837652"/>
                  <a:pt x="11469316" y="3835339"/>
                  <a:pt x="11461788" y="3829819"/>
                </a:cubicBezTo>
                <a:cubicBezTo>
                  <a:pt x="11451189" y="3820146"/>
                  <a:pt x="11451458" y="3812736"/>
                  <a:pt x="11465663" y="3811743"/>
                </a:cubicBezTo>
                <a:cubicBezTo>
                  <a:pt x="11472072" y="3812638"/>
                  <a:pt x="11472072" y="3812638"/>
                  <a:pt x="11469002" y="3808485"/>
                </a:cubicBezTo>
                <a:cubicBezTo>
                  <a:pt x="11465932" y="3804333"/>
                  <a:pt x="11457574" y="3803909"/>
                  <a:pt x="11451727" y="3805326"/>
                </a:cubicBezTo>
                <a:cubicBezTo>
                  <a:pt x="11445878" y="3806743"/>
                  <a:pt x="11441419" y="3805375"/>
                  <a:pt x="11440858" y="3803063"/>
                </a:cubicBezTo>
                <a:cubicBezTo>
                  <a:pt x="11440298" y="3800751"/>
                  <a:pt x="11454213" y="3790035"/>
                  <a:pt x="11474536" y="3780214"/>
                </a:cubicBezTo>
                <a:cubicBezTo>
                  <a:pt x="11511283" y="3761519"/>
                  <a:pt x="11511283" y="3761519"/>
                  <a:pt x="11511283" y="3761519"/>
                </a:cubicBezTo>
                <a:cubicBezTo>
                  <a:pt x="11481482" y="3766291"/>
                  <a:pt x="11481482" y="3766291"/>
                  <a:pt x="11481482" y="3766291"/>
                </a:cubicBezTo>
                <a:cubicBezTo>
                  <a:pt x="11447781" y="3772007"/>
                  <a:pt x="11436914" y="3769744"/>
                  <a:pt x="11457797" y="3762236"/>
                </a:cubicBezTo>
                <a:cubicBezTo>
                  <a:pt x="11465034" y="3758035"/>
                  <a:pt x="11472273" y="3753833"/>
                  <a:pt x="11471151" y="3749208"/>
                </a:cubicBezTo>
                <a:cubicBezTo>
                  <a:pt x="11473370" y="3741326"/>
                  <a:pt x="11459723" y="3744633"/>
                  <a:pt x="11423805" y="3758231"/>
                </a:cubicBezTo>
                <a:cubicBezTo>
                  <a:pt x="11412669" y="3763377"/>
                  <a:pt x="11404871" y="3765266"/>
                  <a:pt x="11407649" y="3759697"/>
                </a:cubicBezTo>
                <a:cubicBezTo>
                  <a:pt x="11410988" y="3756440"/>
                  <a:pt x="11409868" y="3751815"/>
                  <a:pt x="11407359" y="3749975"/>
                </a:cubicBezTo>
                <a:cubicBezTo>
                  <a:pt x="11404289" y="3745822"/>
                  <a:pt x="11406237" y="3745350"/>
                  <a:pt x="11414595" y="3745773"/>
                </a:cubicBezTo>
                <a:cubicBezTo>
                  <a:pt x="11421564" y="3748981"/>
                  <a:pt x="11432701" y="3743835"/>
                  <a:pt x="11439938" y="3739633"/>
                </a:cubicBezTo>
                <a:cubicBezTo>
                  <a:pt x="11453853" y="3728917"/>
                  <a:pt x="11453853" y="3728917"/>
                  <a:pt x="11453853" y="3728917"/>
                </a:cubicBezTo>
                <a:cubicBezTo>
                  <a:pt x="11434918" y="3735952"/>
                  <a:pt x="11434918" y="3735952"/>
                  <a:pt x="11434918" y="3735952"/>
                </a:cubicBezTo>
                <a:cubicBezTo>
                  <a:pt x="11409576" y="3742093"/>
                  <a:pt x="11421811" y="3724440"/>
                  <a:pt x="11448542" y="3715515"/>
                </a:cubicBezTo>
                <a:cubicBezTo>
                  <a:pt x="11474713" y="3704277"/>
                  <a:pt x="11466064" y="3694133"/>
                  <a:pt x="11430682" y="3692912"/>
                </a:cubicBezTo>
                <a:cubicBezTo>
                  <a:pt x="11401149" y="3690274"/>
                  <a:pt x="11401149" y="3690274"/>
                  <a:pt x="11401149" y="3690274"/>
                </a:cubicBezTo>
                <a:cubicBezTo>
                  <a:pt x="11426492" y="3684134"/>
                  <a:pt x="11426492" y="3684134"/>
                  <a:pt x="11426492" y="3684134"/>
                </a:cubicBezTo>
                <a:cubicBezTo>
                  <a:pt x="11445987" y="3679411"/>
                  <a:pt x="11451274" y="3675681"/>
                  <a:pt x="11449593" y="3668744"/>
                </a:cubicBezTo>
                <a:cubicBezTo>
                  <a:pt x="11445963" y="3662279"/>
                  <a:pt x="11451252" y="3658550"/>
                  <a:pt x="11460439" y="3653876"/>
                </a:cubicBezTo>
                <a:cubicBezTo>
                  <a:pt x="11468236" y="3651987"/>
                  <a:pt x="11482150" y="3641271"/>
                  <a:pt x="11492167" y="3631499"/>
                </a:cubicBezTo>
                <a:cubicBezTo>
                  <a:pt x="11500792" y="3624513"/>
                  <a:pt x="11521945" y="3609596"/>
                  <a:pt x="11536980" y="3603505"/>
                </a:cubicBezTo>
                <a:cubicBezTo>
                  <a:pt x="11565661" y="3594109"/>
                  <a:pt x="11565101" y="3591796"/>
                  <a:pt x="11543657" y="3596991"/>
                </a:cubicBezTo>
                <a:cubicBezTo>
                  <a:pt x="11531400" y="3597513"/>
                  <a:pt x="11526941" y="3596144"/>
                  <a:pt x="11532790" y="3594728"/>
                </a:cubicBezTo>
                <a:cubicBezTo>
                  <a:pt x="11538077" y="3590998"/>
                  <a:pt x="11542805" y="3584956"/>
                  <a:pt x="11543074" y="3577547"/>
                </a:cubicBezTo>
                <a:cubicBezTo>
                  <a:pt x="11543342" y="3570137"/>
                  <a:pt x="11540833" y="3568297"/>
                  <a:pt x="11532207" y="3575284"/>
                </a:cubicBezTo>
                <a:cubicBezTo>
                  <a:pt x="11527479" y="3581325"/>
                  <a:pt x="11518852" y="3588312"/>
                  <a:pt x="11516073" y="3593882"/>
                </a:cubicBezTo>
                <a:cubicBezTo>
                  <a:pt x="11509128" y="3607805"/>
                  <a:pt x="11467921" y="3625133"/>
                  <a:pt x="11459832" y="3617300"/>
                </a:cubicBezTo>
                <a:cubicBezTo>
                  <a:pt x="11454813" y="3613620"/>
                  <a:pt x="11452864" y="3614091"/>
                  <a:pt x="11452035" y="3619189"/>
                </a:cubicBezTo>
                <a:cubicBezTo>
                  <a:pt x="11449256" y="3624759"/>
                  <a:pt x="11439509" y="3627120"/>
                  <a:pt x="11420843" y="3626746"/>
                </a:cubicBezTo>
                <a:cubicBezTo>
                  <a:pt x="11397720" y="3625004"/>
                  <a:pt x="11393260" y="3623636"/>
                  <a:pt x="11396867" y="3612969"/>
                </a:cubicBezTo>
                <a:cubicBezTo>
                  <a:pt x="11402132" y="3592108"/>
                  <a:pt x="11417704" y="3571198"/>
                  <a:pt x="11430790" y="3565580"/>
                </a:cubicBezTo>
                <a:cubicBezTo>
                  <a:pt x="11440537" y="3563217"/>
                  <a:pt x="11441927" y="3560433"/>
                  <a:pt x="11433838" y="3552600"/>
                </a:cubicBezTo>
                <a:cubicBezTo>
                  <a:pt x="11425189" y="3542455"/>
                  <a:pt x="11425189" y="3542455"/>
                  <a:pt x="11397919" y="3566198"/>
                </a:cubicBezTo>
                <a:cubicBezTo>
                  <a:pt x="11380666" y="3580172"/>
                  <a:pt x="11373160" y="3591783"/>
                  <a:pt x="11379008" y="3590366"/>
                </a:cubicBezTo>
                <a:cubicBezTo>
                  <a:pt x="11387365" y="3590790"/>
                  <a:pt x="11387926" y="3593102"/>
                  <a:pt x="11385708" y="3600984"/>
                </a:cubicBezTo>
                <a:cubicBezTo>
                  <a:pt x="11384879" y="3606081"/>
                  <a:pt x="11380151" y="3612122"/>
                  <a:pt x="11376813" y="3615380"/>
                </a:cubicBezTo>
                <a:cubicBezTo>
                  <a:pt x="11372914" y="3616324"/>
                  <a:pt x="11361508" y="3628880"/>
                  <a:pt x="11350104" y="3641436"/>
                </a:cubicBezTo>
                <a:cubicBezTo>
                  <a:pt x="11337311" y="3656777"/>
                  <a:pt x="11318107" y="3671222"/>
                  <a:pt x="11297785" y="3681042"/>
                </a:cubicBezTo>
                <a:cubicBezTo>
                  <a:pt x="11279410" y="3690390"/>
                  <a:pt x="11269663" y="3692751"/>
                  <a:pt x="11274952" y="3689022"/>
                </a:cubicBezTo>
                <a:cubicBezTo>
                  <a:pt x="11288866" y="3678307"/>
                  <a:pt x="11284675" y="3669529"/>
                  <a:pt x="11267691" y="3676092"/>
                </a:cubicBezTo>
                <a:cubicBezTo>
                  <a:pt x="11257944" y="3678454"/>
                  <a:pt x="11255994" y="3678926"/>
                  <a:pt x="11259601" y="3668259"/>
                </a:cubicBezTo>
                <a:cubicBezTo>
                  <a:pt x="11262380" y="3662690"/>
                  <a:pt x="11269886" y="3651078"/>
                  <a:pt x="11277123" y="3646877"/>
                </a:cubicBezTo>
                <a:cubicBezTo>
                  <a:pt x="11288528" y="3634320"/>
                  <a:pt x="11288528" y="3634320"/>
                  <a:pt x="11261796" y="3643246"/>
                </a:cubicBezTo>
                <a:cubicBezTo>
                  <a:pt x="11225318" y="3654531"/>
                  <a:pt x="11214450" y="3652269"/>
                  <a:pt x="11238381" y="3631781"/>
                </a:cubicBezTo>
                <a:cubicBezTo>
                  <a:pt x="11247007" y="3624795"/>
                  <a:pt x="11251735" y="3618753"/>
                  <a:pt x="11247836" y="3619698"/>
                </a:cubicBezTo>
                <a:cubicBezTo>
                  <a:pt x="11241988" y="3621115"/>
                  <a:pt x="11229462" y="3629046"/>
                  <a:pt x="11219448" y="3638817"/>
                </a:cubicBezTo>
                <a:cubicBezTo>
                  <a:pt x="11209432" y="3648588"/>
                  <a:pt x="11200244" y="3653262"/>
                  <a:pt x="11197734" y="3651422"/>
                </a:cubicBezTo>
                <a:cubicBezTo>
                  <a:pt x="11194664" y="3647269"/>
                  <a:pt x="11196054" y="3644484"/>
                  <a:pt x="11199953" y="3643540"/>
                </a:cubicBezTo>
                <a:cubicBezTo>
                  <a:pt x="11205801" y="3642123"/>
                  <a:pt x="11206630" y="3637025"/>
                  <a:pt x="11204950" y="3630088"/>
                </a:cubicBezTo>
                <a:cubicBezTo>
                  <a:pt x="11203268" y="3623151"/>
                  <a:pt x="11206607" y="3619894"/>
                  <a:pt x="11220253" y="3616588"/>
                </a:cubicBezTo>
                <a:cubicBezTo>
                  <a:pt x="11230000" y="3614227"/>
                  <a:pt x="11238627" y="3607240"/>
                  <a:pt x="11242795" y="3598886"/>
                </a:cubicBezTo>
                <a:cubicBezTo>
                  <a:pt x="11245012" y="3591004"/>
                  <a:pt x="11251689" y="3584490"/>
                  <a:pt x="11260048" y="3584912"/>
                </a:cubicBezTo>
                <a:cubicBezTo>
                  <a:pt x="11267845" y="3583023"/>
                  <a:pt x="11269795" y="3582551"/>
                  <a:pt x="11268113" y="3575614"/>
                </a:cubicBezTo>
                <a:cubicBezTo>
                  <a:pt x="11265044" y="3571462"/>
                  <a:pt x="11265872" y="3566364"/>
                  <a:pt x="11274230" y="3566787"/>
                </a:cubicBezTo>
                <a:cubicBezTo>
                  <a:pt x="11282028" y="3564898"/>
                  <a:pt x="11283417" y="3562113"/>
                  <a:pt x="11276448" y="3558905"/>
                </a:cubicBezTo>
                <a:cubicBezTo>
                  <a:pt x="11268919" y="3553385"/>
                  <a:pt x="11265581" y="3556641"/>
                  <a:pt x="11262803" y="3562211"/>
                </a:cubicBezTo>
                <a:cubicBezTo>
                  <a:pt x="11260024" y="3567781"/>
                  <a:pt x="11248060" y="3578024"/>
                  <a:pt x="11238872" y="3582698"/>
                </a:cubicBezTo>
                <a:cubicBezTo>
                  <a:pt x="11227737" y="3587845"/>
                  <a:pt x="11213821" y="3598561"/>
                  <a:pt x="11204635" y="3603234"/>
                </a:cubicBezTo>
                <a:cubicBezTo>
                  <a:pt x="11194059" y="3610693"/>
                  <a:pt x="11192109" y="3611166"/>
                  <a:pt x="11196276" y="3602811"/>
                </a:cubicBezTo>
                <a:cubicBezTo>
                  <a:pt x="11201004" y="3596769"/>
                  <a:pt x="11196545" y="3595401"/>
                  <a:pt x="11182070" y="3603804"/>
                </a:cubicBezTo>
                <a:cubicBezTo>
                  <a:pt x="11165647" y="3612680"/>
                  <a:pt x="11163696" y="3613153"/>
                  <a:pt x="11169814" y="3604326"/>
                </a:cubicBezTo>
                <a:cubicBezTo>
                  <a:pt x="11177320" y="3592714"/>
                  <a:pt x="11177320" y="3592714"/>
                  <a:pt x="11167012" y="3592763"/>
                </a:cubicBezTo>
                <a:cubicBezTo>
                  <a:pt x="11158655" y="3592340"/>
                  <a:pt x="11158094" y="3590027"/>
                  <a:pt x="11161970" y="3571952"/>
                </a:cubicBezTo>
                <a:cubicBezTo>
                  <a:pt x="11166966" y="3558500"/>
                  <a:pt x="11171695" y="3552459"/>
                  <a:pt x="11188679" y="3545895"/>
                </a:cubicBezTo>
                <a:cubicBezTo>
                  <a:pt x="11205663" y="3539332"/>
                  <a:pt x="11209002" y="3536075"/>
                  <a:pt x="11207590" y="3521728"/>
                </a:cubicBezTo>
                <a:cubicBezTo>
                  <a:pt x="11207299" y="3512006"/>
                  <a:pt x="11210076" y="3506436"/>
                  <a:pt x="11217314" y="3502235"/>
                </a:cubicBezTo>
                <a:cubicBezTo>
                  <a:pt x="11227061" y="3499873"/>
                  <a:pt x="11227061" y="3499873"/>
                  <a:pt x="11222894" y="3508227"/>
                </a:cubicBezTo>
                <a:cubicBezTo>
                  <a:pt x="11218726" y="3516582"/>
                  <a:pt x="11218726" y="3516582"/>
                  <a:pt x="11226524" y="3514693"/>
                </a:cubicBezTo>
                <a:cubicBezTo>
                  <a:pt x="11231811" y="3510963"/>
                  <a:pt x="11236540" y="3504921"/>
                  <a:pt x="11235419" y="3500296"/>
                </a:cubicBezTo>
                <a:cubicBezTo>
                  <a:pt x="11235127" y="3490574"/>
                  <a:pt x="11244314" y="3485900"/>
                  <a:pt x="11302236" y="3469419"/>
                </a:cubicBezTo>
                <a:cubicBezTo>
                  <a:pt x="11338715" y="3458132"/>
                  <a:pt x="11394689" y="3442123"/>
                  <a:pt x="11427829" y="3434094"/>
                </a:cubicBezTo>
                <a:cubicBezTo>
                  <a:pt x="11468766" y="3424176"/>
                  <a:pt x="11493548" y="3415724"/>
                  <a:pt x="11507463" y="3405008"/>
                </a:cubicBezTo>
                <a:cubicBezTo>
                  <a:pt x="11519989" y="3397077"/>
                  <a:pt x="11538362" y="3387729"/>
                  <a:pt x="11547549" y="3383055"/>
                </a:cubicBezTo>
                <a:cubicBezTo>
                  <a:pt x="11560635" y="3377437"/>
                  <a:pt x="11565924" y="3373708"/>
                  <a:pt x="11562853" y="3369554"/>
                </a:cubicBezTo>
                <a:cubicBezTo>
                  <a:pt x="11557834" y="3365875"/>
                  <a:pt x="11525254" y="3376216"/>
                  <a:pt x="11448129" y="3407142"/>
                </a:cubicBezTo>
                <a:cubicBezTo>
                  <a:pt x="11348731" y="3448361"/>
                  <a:pt x="11290809" y="3464843"/>
                  <a:pt x="11294416" y="3454176"/>
                </a:cubicBezTo>
                <a:cubicBezTo>
                  <a:pt x="11297754" y="3450919"/>
                  <a:pt x="11306382" y="3443932"/>
                  <a:pt x="11322805" y="3435057"/>
                </a:cubicBezTo>
                <a:cubicBezTo>
                  <a:pt x="11326144" y="3431800"/>
                  <a:pt x="11328922" y="3426231"/>
                  <a:pt x="11327803" y="3421606"/>
                </a:cubicBezTo>
                <a:cubicBezTo>
                  <a:pt x="11326681" y="3416981"/>
                  <a:pt x="11322782" y="3417925"/>
                  <a:pt x="11314157" y="3424912"/>
                </a:cubicBezTo>
                <a:cubicBezTo>
                  <a:pt x="11299412" y="3440725"/>
                  <a:pt x="11249848" y="3457629"/>
                  <a:pt x="11220875" y="3457304"/>
                </a:cubicBezTo>
                <a:cubicBezTo>
                  <a:pt x="11198311" y="3457874"/>
                  <a:pt x="11198311" y="3457874"/>
                  <a:pt x="11198311" y="3457874"/>
                </a:cubicBezTo>
                <a:cubicBezTo>
                  <a:pt x="11218075" y="3445742"/>
                  <a:pt x="11218075" y="3445742"/>
                  <a:pt x="11218075" y="3445742"/>
                </a:cubicBezTo>
                <a:cubicBezTo>
                  <a:pt x="11228650" y="3438284"/>
                  <a:pt x="11236716" y="3428985"/>
                  <a:pt x="11239495" y="3423415"/>
                </a:cubicBezTo>
                <a:cubicBezTo>
                  <a:pt x="11240884" y="3420630"/>
                  <a:pt x="11247561" y="3414116"/>
                  <a:pt x="11253409" y="3412699"/>
                </a:cubicBezTo>
                <a:cubicBezTo>
                  <a:pt x="11259258" y="3411282"/>
                  <a:pt x="11265375" y="3402456"/>
                  <a:pt x="11264254" y="3397831"/>
                </a:cubicBezTo>
                <a:cubicBezTo>
                  <a:pt x="11263962" y="3388109"/>
                  <a:pt x="11269250" y="3384379"/>
                  <a:pt x="11293204" y="3381024"/>
                </a:cubicBezTo>
                <a:cubicBezTo>
                  <a:pt x="11308799" y="3377246"/>
                  <a:pt x="11362263" y="3359396"/>
                  <a:pt x="11413216" y="3339707"/>
                </a:cubicBezTo>
                <a:cubicBezTo>
                  <a:pt x="11506498" y="3307314"/>
                  <a:pt x="11506498" y="3307314"/>
                  <a:pt x="11506498" y="3307314"/>
                </a:cubicBezTo>
                <a:cubicBezTo>
                  <a:pt x="11500111" y="3323550"/>
                  <a:pt x="11500111" y="3323550"/>
                  <a:pt x="11500111" y="3323550"/>
                </a:cubicBezTo>
                <a:cubicBezTo>
                  <a:pt x="11497894" y="3331433"/>
                  <a:pt x="11490947" y="3345356"/>
                  <a:pt x="11485659" y="3349086"/>
                </a:cubicBezTo>
                <a:cubicBezTo>
                  <a:pt x="11477593" y="3358385"/>
                  <a:pt x="11477593" y="3358385"/>
                  <a:pt x="11488730" y="3353239"/>
                </a:cubicBezTo>
                <a:cubicBezTo>
                  <a:pt x="11496527" y="3351349"/>
                  <a:pt x="11504033" y="3339738"/>
                  <a:pt x="11509590" y="3328599"/>
                </a:cubicBezTo>
                <a:cubicBezTo>
                  <a:pt x="11514855" y="3307738"/>
                  <a:pt x="11520143" y="3304009"/>
                  <a:pt x="11558840" y="3284840"/>
                </a:cubicBezTo>
                <a:cubicBezTo>
                  <a:pt x="11599487" y="3265200"/>
                  <a:pt x="11639013" y="3240935"/>
                  <a:pt x="11624805" y="3241928"/>
                </a:cubicBezTo>
                <a:cubicBezTo>
                  <a:pt x="11612548" y="3242450"/>
                  <a:pt x="11566883" y="3258409"/>
                  <a:pt x="11562155" y="3264451"/>
                </a:cubicBezTo>
                <a:cubicBezTo>
                  <a:pt x="11554090" y="3273750"/>
                  <a:pt x="11469726" y="3308878"/>
                  <a:pt x="11307948" y="3365211"/>
                </a:cubicBezTo>
                <a:cubicBezTo>
                  <a:pt x="11294301" y="3368517"/>
                  <a:pt x="11288454" y="3369934"/>
                  <a:pt x="11286772" y="3362997"/>
                </a:cubicBezTo>
                <a:cubicBezTo>
                  <a:pt x="11282582" y="3354219"/>
                  <a:pt x="11280632" y="3354691"/>
                  <a:pt x="11270617" y="3364462"/>
                </a:cubicBezTo>
                <a:cubicBezTo>
                  <a:pt x="11265889" y="3370504"/>
                  <a:pt x="11256142" y="3372866"/>
                  <a:pt x="11251683" y="3371498"/>
                </a:cubicBezTo>
                <a:cubicBezTo>
                  <a:pt x="11247224" y="3370131"/>
                  <a:pt x="11235527" y="3372964"/>
                  <a:pt x="11223831" y="3375798"/>
                </a:cubicBezTo>
                <a:cubicBezTo>
                  <a:pt x="11178165" y="3391758"/>
                  <a:pt x="11166469" y="3394591"/>
                  <a:pt x="11169248" y="3389023"/>
                </a:cubicBezTo>
                <a:cubicBezTo>
                  <a:pt x="11172854" y="3378355"/>
                  <a:pt x="11203485" y="3368487"/>
                  <a:pt x="11212403" y="3371221"/>
                </a:cubicBezTo>
                <a:cubicBezTo>
                  <a:pt x="11219371" y="3374430"/>
                  <a:pt x="11219371" y="3374430"/>
                  <a:pt x="11217690" y="3367493"/>
                </a:cubicBezTo>
                <a:cubicBezTo>
                  <a:pt x="11216010" y="3360555"/>
                  <a:pt x="11216278" y="3353146"/>
                  <a:pt x="11217668" y="3350360"/>
                </a:cubicBezTo>
                <a:cubicBezTo>
                  <a:pt x="11221006" y="3347104"/>
                  <a:pt x="11221567" y="3349416"/>
                  <a:pt x="11223247" y="3356353"/>
                </a:cubicBezTo>
                <a:cubicBezTo>
                  <a:pt x="11222979" y="3363764"/>
                  <a:pt x="11227438" y="3365131"/>
                  <a:pt x="11242474" y="3359040"/>
                </a:cubicBezTo>
                <a:cubicBezTo>
                  <a:pt x="11256119" y="3355735"/>
                  <a:pt x="11259458" y="3352477"/>
                  <a:pt x="11252490" y="3349269"/>
                </a:cubicBezTo>
                <a:cubicBezTo>
                  <a:pt x="11248029" y="3347901"/>
                  <a:pt x="11242181" y="3349318"/>
                  <a:pt x="11240792" y="3352103"/>
                </a:cubicBezTo>
                <a:cubicBezTo>
                  <a:pt x="11238843" y="3352575"/>
                  <a:pt x="11236894" y="3353048"/>
                  <a:pt x="11236333" y="3350735"/>
                </a:cubicBezTo>
                <a:cubicBezTo>
                  <a:pt x="11235213" y="3346111"/>
                  <a:pt x="11248568" y="3333082"/>
                  <a:pt x="11267770" y="3318637"/>
                </a:cubicBezTo>
                <a:cubicBezTo>
                  <a:pt x="11286972" y="3304192"/>
                  <a:pt x="11302837" y="3293003"/>
                  <a:pt x="11302276" y="3290691"/>
                </a:cubicBezTo>
                <a:cubicBezTo>
                  <a:pt x="11302276" y="3290691"/>
                  <a:pt x="11290580" y="3293525"/>
                  <a:pt x="11278054" y="3301456"/>
                </a:cubicBezTo>
                <a:cubicBezTo>
                  <a:pt x="11261629" y="3310331"/>
                  <a:pt x="11251882" y="3312693"/>
                  <a:pt x="11250763" y="3308069"/>
                </a:cubicBezTo>
                <a:cubicBezTo>
                  <a:pt x="11249641" y="3303444"/>
                  <a:pt x="11252980" y="3300186"/>
                  <a:pt x="11258828" y="3298770"/>
                </a:cubicBezTo>
                <a:cubicBezTo>
                  <a:pt x="11264116" y="3295040"/>
                  <a:pt x="11267455" y="3291783"/>
                  <a:pt x="11268284" y="3286686"/>
                </a:cubicBezTo>
                <a:cubicBezTo>
                  <a:pt x="11267723" y="3284374"/>
                  <a:pt x="11277739" y="3274602"/>
                  <a:pt x="11289437" y="3271769"/>
                </a:cubicBezTo>
                <a:cubicBezTo>
                  <a:pt x="11311709" y="3261476"/>
                  <a:pt x="11316705" y="3248024"/>
                  <a:pt x="11295821" y="3255533"/>
                </a:cubicBezTo>
                <a:cubicBezTo>
                  <a:pt x="11284126" y="3258366"/>
                  <a:pt x="11284126" y="3258366"/>
                  <a:pt x="11292191" y="3249067"/>
                </a:cubicBezTo>
                <a:cubicBezTo>
                  <a:pt x="11297479" y="3245338"/>
                  <a:pt x="11298869" y="3242553"/>
                  <a:pt x="11294971" y="3243498"/>
                </a:cubicBezTo>
                <a:cubicBezTo>
                  <a:pt x="11283273" y="3246332"/>
                  <a:pt x="11283811" y="3231512"/>
                  <a:pt x="11295507" y="3228679"/>
                </a:cubicBezTo>
                <a:cubicBezTo>
                  <a:pt x="11304694" y="3224004"/>
                  <a:pt x="11304134" y="3221692"/>
                  <a:pt x="11297165" y="3218483"/>
                </a:cubicBezTo>
                <a:cubicBezTo>
                  <a:pt x="11292146" y="3214803"/>
                  <a:pt x="11291025" y="3210178"/>
                  <a:pt x="11293244" y="3202297"/>
                </a:cubicBezTo>
                <a:cubicBezTo>
                  <a:pt x="11295461" y="3194415"/>
                  <a:pt x="11292951" y="3192574"/>
                  <a:pt x="11287664" y="3196304"/>
                </a:cubicBezTo>
                <a:cubicBezTo>
                  <a:pt x="11281815" y="3197721"/>
                  <a:pt x="11280986" y="3202818"/>
                  <a:pt x="11281546" y="3205130"/>
                </a:cubicBezTo>
                <a:cubicBezTo>
                  <a:pt x="11284616" y="3209283"/>
                  <a:pt x="11281838" y="3214852"/>
                  <a:pt x="11276550" y="3218581"/>
                </a:cubicBezTo>
                <a:cubicBezTo>
                  <a:pt x="11271262" y="3222311"/>
                  <a:pt x="11268752" y="3220471"/>
                  <a:pt x="11272091" y="3217214"/>
                </a:cubicBezTo>
                <a:cubicBezTo>
                  <a:pt x="11277379" y="3213485"/>
                  <a:pt x="11276820" y="3211172"/>
                  <a:pt x="11269290" y="3205651"/>
                </a:cubicBezTo>
                <a:cubicBezTo>
                  <a:pt x="11261761" y="3200131"/>
                  <a:pt x="11261201" y="3197819"/>
                  <a:pt x="11268998" y="3195930"/>
                </a:cubicBezTo>
                <a:cubicBezTo>
                  <a:pt x="11272338" y="3192673"/>
                  <a:pt x="11275676" y="3189415"/>
                  <a:pt x="11273166" y="3187575"/>
                </a:cubicBezTo>
                <a:cubicBezTo>
                  <a:pt x="11270656" y="3185735"/>
                  <a:pt x="11306575" y="3172137"/>
                  <a:pt x="11350290" y="3156649"/>
                </a:cubicBezTo>
                <a:cubicBezTo>
                  <a:pt x="11409602" y="3137382"/>
                  <a:pt x="11433825" y="3126617"/>
                  <a:pt x="11434653" y="3121521"/>
                </a:cubicBezTo>
                <a:cubicBezTo>
                  <a:pt x="11435482" y="3116423"/>
                  <a:pt x="11415988" y="3121146"/>
                  <a:pt x="11360575" y="3139468"/>
                </a:cubicBezTo>
                <a:cubicBezTo>
                  <a:pt x="11315470" y="3157740"/>
                  <a:pt x="11284280" y="3165297"/>
                  <a:pt x="11281209" y="3161144"/>
                </a:cubicBezTo>
                <a:cubicBezTo>
                  <a:pt x="11276190" y="3157464"/>
                  <a:pt x="11285938" y="3155102"/>
                  <a:pt x="11307381" y="3149907"/>
                </a:cubicBezTo>
                <a:cubicBezTo>
                  <a:pt x="11328824" y="3144712"/>
                  <a:pt x="11339961" y="3139566"/>
                  <a:pt x="11340789" y="3134468"/>
                </a:cubicBezTo>
                <a:cubicBezTo>
                  <a:pt x="11341619" y="3129372"/>
                  <a:pt x="11337159" y="3128003"/>
                  <a:pt x="11331311" y="3129420"/>
                </a:cubicBezTo>
                <a:cubicBezTo>
                  <a:pt x="11326024" y="3133150"/>
                  <a:pt x="11321564" y="3131782"/>
                  <a:pt x="11318494" y="3127629"/>
                </a:cubicBezTo>
                <a:cubicBezTo>
                  <a:pt x="11316253" y="3118379"/>
                  <a:pt x="11343253" y="3102046"/>
                  <a:pt x="11407293" y="3076737"/>
                </a:cubicBezTo>
                <a:cubicBezTo>
                  <a:pt x="11495554" y="3040664"/>
                  <a:pt x="11508640" y="3035046"/>
                  <a:pt x="11522823" y="3016921"/>
                </a:cubicBezTo>
                <a:cubicBezTo>
                  <a:pt x="11528940" y="3008094"/>
                  <a:pt x="11546193" y="2994121"/>
                  <a:pt x="11559279" y="2988503"/>
                </a:cubicBezTo>
                <a:cubicBezTo>
                  <a:pt x="11588228" y="2971696"/>
                  <a:pt x="11591275" y="2958716"/>
                  <a:pt x="11561765" y="2973210"/>
                </a:cubicBezTo>
                <a:cubicBezTo>
                  <a:pt x="11506645" y="3001255"/>
                  <a:pt x="11391652" y="3046252"/>
                  <a:pt x="11380783" y="3043988"/>
                </a:cubicBezTo>
                <a:cubicBezTo>
                  <a:pt x="11374375" y="3043093"/>
                  <a:pt x="11357391" y="3049657"/>
                  <a:pt x="11342356" y="3055747"/>
                </a:cubicBezTo>
                <a:cubicBezTo>
                  <a:pt x="11323422" y="3062782"/>
                  <a:pt x="11315624" y="3064672"/>
                  <a:pt x="11318402" y="3059103"/>
                </a:cubicBezTo>
                <a:cubicBezTo>
                  <a:pt x="11321181" y="3053533"/>
                  <a:pt x="11322010" y="3048435"/>
                  <a:pt x="11321449" y="3046123"/>
                </a:cubicBezTo>
                <a:cubicBezTo>
                  <a:pt x="11318379" y="3041970"/>
                  <a:pt x="11334803" y="3033095"/>
                  <a:pt x="11355688" y="3025587"/>
                </a:cubicBezTo>
                <a:cubicBezTo>
                  <a:pt x="11381858" y="3014350"/>
                  <a:pt x="11389656" y="3012461"/>
                  <a:pt x="11379080" y="3019920"/>
                </a:cubicBezTo>
                <a:cubicBezTo>
                  <a:pt x="11365166" y="3030635"/>
                  <a:pt x="11370186" y="3034316"/>
                  <a:pt x="11398598" y="3032329"/>
                </a:cubicBezTo>
                <a:cubicBezTo>
                  <a:pt x="11408344" y="3029966"/>
                  <a:pt x="11413632" y="3026237"/>
                  <a:pt x="11413073" y="3023925"/>
                </a:cubicBezTo>
                <a:cubicBezTo>
                  <a:pt x="11411951" y="3019300"/>
                  <a:pt x="11415290" y="3016043"/>
                  <a:pt x="11418629" y="3012786"/>
                </a:cubicBezTo>
                <a:cubicBezTo>
                  <a:pt x="11424477" y="3011369"/>
                  <a:pt x="11429765" y="3007640"/>
                  <a:pt x="11432543" y="3002070"/>
                </a:cubicBezTo>
                <a:cubicBezTo>
                  <a:pt x="11433933" y="2999286"/>
                  <a:pt x="11441999" y="2989987"/>
                  <a:pt x="11449236" y="2985785"/>
                </a:cubicBezTo>
                <a:cubicBezTo>
                  <a:pt x="11458424" y="2981111"/>
                  <a:pt x="11440878" y="2985362"/>
                  <a:pt x="11412198" y="2994759"/>
                </a:cubicBezTo>
                <a:cubicBezTo>
                  <a:pt x="11383516" y="3004156"/>
                  <a:pt x="11354835" y="3013552"/>
                  <a:pt x="11348427" y="3012657"/>
                </a:cubicBezTo>
                <a:cubicBezTo>
                  <a:pt x="11335609" y="3010866"/>
                  <a:pt x="11335609" y="3010866"/>
                  <a:pt x="11346186" y="3003407"/>
                </a:cubicBezTo>
                <a:cubicBezTo>
                  <a:pt x="11350913" y="2997365"/>
                  <a:pt x="11357030" y="2988539"/>
                  <a:pt x="11359809" y="2982969"/>
                </a:cubicBezTo>
                <a:cubicBezTo>
                  <a:pt x="11361467" y="2972774"/>
                  <a:pt x="11358957" y="2970934"/>
                  <a:pt x="11347820" y="2976080"/>
                </a:cubicBezTo>
                <a:cubicBezTo>
                  <a:pt x="11340023" y="2977970"/>
                  <a:pt x="11337244" y="2983539"/>
                  <a:pt x="11338365" y="2988165"/>
                </a:cubicBezTo>
                <a:cubicBezTo>
                  <a:pt x="11341995" y="2994630"/>
                  <a:pt x="11334758" y="2998831"/>
                  <a:pt x="11311365" y="3004499"/>
                </a:cubicBezTo>
                <a:cubicBezTo>
                  <a:pt x="11282683" y="3013895"/>
                  <a:pt x="11280735" y="3014368"/>
                  <a:pt x="11292162" y="3018944"/>
                </a:cubicBezTo>
                <a:cubicBezTo>
                  <a:pt x="11306100" y="3025360"/>
                  <a:pt x="11306100" y="3025360"/>
                  <a:pt x="11293014" y="3030979"/>
                </a:cubicBezTo>
                <a:cubicBezTo>
                  <a:pt x="11285217" y="3032868"/>
                  <a:pt x="11277418" y="3034757"/>
                  <a:pt x="11274348" y="3030605"/>
                </a:cubicBezTo>
                <a:cubicBezTo>
                  <a:pt x="11269889" y="3029236"/>
                  <a:pt x="11261532" y="3028813"/>
                  <a:pt x="11253734" y="3030702"/>
                </a:cubicBezTo>
                <a:cubicBezTo>
                  <a:pt x="11244548" y="3035376"/>
                  <a:pt x="11236189" y="3034953"/>
                  <a:pt x="11235068" y="3030328"/>
                </a:cubicBezTo>
                <a:cubicBezTo>
                  <a:pt x="11233388" y="3023390"/>
                  <a:pt x="11240065" y="3016876"/>
                  <a:pt x="11263727" y="3003799"/>
                </a:cubicBezTo>
                <a:cubicBezTo>
                  <a:pt x="11289899" y="2992562"/>
                  <a:pt x="11289875" y="2975431"/>
                  <a:pt x="11265654" y="2986195"/>
                </a:cubicBezTo>
                <a:cubicBezTo>
                  <a:pt x="11253956" y="2989029"/>
                  <a:pt x="11247279" y="2995543"/>
                  <a:pt x="11247840" y="2997855"/>
                </a:cubicBezTo>
                <a:cubicBezTo>
                  <a:pt x="11248960" y="3002481"/>
                  <a:pt x="11247572" y="3005265"/>
                  <a:pt x="11241723" y="3006682"/>
                </a:cubicBezTo>
                <a:cubicBezTo>
                  <a:pt x="11238384" y="3009939"/>
                  <a:pt x="11233925" y="3008571"/>
                  <a:pt x="11232804" y="3003947"/>
                </a:cubicBezTo>
                <a:cubicBezTo>
                  <a:pt x="11231684" y="2999322"/>
                  <a:pt x="11221937" y="3001683"/>
                  <a:pt x="11207462" y="3010086"/>
                </a:cubicBezTo>
                <a:cubicBezTo>
                  <a:pt x="11191037" y="3018962"/>
                  <a:pt x="11185189" y="3020379"/>
                  <a:pt x="11189918" y="3014337"/>
                </a:cubicBezTo>
                <a:cubicBezTo>
                  <a:pt x="11194085" y="3005982"/>
                  <a:pt x="11193524" y="3003670"/>
                  <a:pt x="11188236" y="3007399"/>
                </a:cubicBezTo>
                <a:cubicBezTo>
                  <a:pt x="11182388" y="3008816"/>
                  <a:pt x="11177101" y="3012546"/>
                  <a:pt x="11176271" y="3017643"/>
                </a:cubicBezTo>
                <a:cubicBezTo>
                  <a:pt x="11174053" y="3025526"/>
                  <a:pt x="11168205" y="3026942"/>
                  <a:pt x="11159287" y="3024206"/>
                </a:cubicBezTo>
                <a:cubicBezTo>
                  <a:pt x="11150369" y="3021470"/>
                  <a:pt x="11142571" y="3023360"/>
                  <a:pt x="11139232" y="3026616"/>
                </a:cubicBezTo>
                <a:cubicBezTo>
                  <a:pt x="11130606" y="3033603"/>
                  <a:pt x="11109431" y="3031389"/>
                  <a:pt x="11104680" y="3020299"/>
                </a:cubicBezTo>
                <a:cubicBezTo>
                  <a:pt x="11104121" y="3017986"/>
                  <a:pt x="11107458" y="3014729"/>
                  <a:pt x="11113868" y="3015625"/>
                </a:cubicBezTo>
                <a:cubicBezTo>
                  <a:pt x="11117766" y="3014680"/>
                  <a:pt x="11125003" y="3010478"/>
                  <a:pt x="11127222" y="3002597"/>
                </a:cubicBezTo>
                <a:cubicBezTo>
                  <a:pt x="11132778" y="2991458"/>
                  <a:pt x="11153101" y="2981637"/>
                  <a:pt x="11242483" y="2950190"/>
                </a:cubicBezTo>
                <a:cubicBezTo>
                  <a:pt x="11293437" y="2930500"/>
                  <a:pt x="11371145" y="2919018"/>
                  <a:pt x="11349433" y="2931623"/>
                </a:cubicBezTo>
                <a:cubicBezTo>
                  <a:pt x="11342195" y="2935824"/>
                  <a:pt x="11341366" y="2940922"/>
                  <a:pt x="11344436" y="2945074"/>
                </a:cubicBezTo>
                <a:cubicBezTo>
                  <a:pt x="11346945" y="2946914"/>
                  <a:pt x="11345557" y="2949700"/>
                  <a:pt x="11339148" y="2948804"/>
                </a:cubicBezTo>
                <a:cubicBezTo>
                  <a:pt x="11334689" y="2947436"/>
                  <a:pt x="11321043" y="2950742"/>
                  <a:pt x="11309347" y="2953576"/>
                </a:cubicBezTo>
                <a:cubicBezTo>
                  <a:pt x="11294311" y="2959666"/>
                  <a:pt x="11292362" y="2960139"/>
                  <a:pt x="11300429" y="2950840"/>
                </a:cubicBezTo>
                <a:cubicBezTo>
                  <a:pt x="11305156" y="2944798"/>
                  <a:pt x="11299307" y="2946215"/>
                  <a:pt x="11278984" y="2956035"/>
                </a:cubicBezTo>
                <a:cubicBezTo>
                  <a:pt x="11262000" y="2962598"/>
                  <a:pt x="11250865" y="2967745"/>
                  <a:pt x="11249743" y="2963120"/>
                </a:cubicBezTo>
                <a:cubicBezTo>
                  <a:pt x="11251132" y="2960335"/>
                  <a:pt x="11223840" y="2966948"/>
                  <a:pt x="11191821" y="2979601"/>
                </a:cubicBezTo>
                <a:cubicBezTo>
                  <a:pt x="11157852" y="2992727"/>
                  <a:pt x="11136968" y="3000235"/>
                  <a:pt x="11144766" y="2998346"/>
                </a:cubicBezTo>
                <a:cubicBezTo>
                  <a:pt x="11176518" y="2993102"/>
                  <a:pt x="11207999" y="2995267"/>
                  <a:pt x="11201322" y="3001781"/>
                </a:cubicBezTo>
                <a:cubicBezTo>
                  <a:pt x="11198544" y="3007351"/>
                  <a:pt x="11199104" y="3009663"/>
                  <a:pt x="11206342" y="3005462"/>
                </a:cubicBezTo>
                <a:cubicBezTo>
                  <a:pt x="11212190" y="3004045"/>
                  <a:pt x="11215528" y="3000787"/>
                  <a:pt x="11212458" y="2996634"/>
                </a:cubicBezTo>
                <a:cubicBezTo>
                  <a:pt x="11210779" y="2989698"/>
                  <a:pt x="11271478" y="2967646"/>
                  <a:pt x="11279007" y="2973166"/>
                </a:cubicBezTo>
                <a:cubicBezTo>
                  <a:pt x="11281517" y="2975007"/>
                  <a:pt x="11287926" y="2975902"/>
                  <a:pt x="11293774" y="2974485"/>
                </a:cubicBezTo>
                <a:cubicBezTo>
                  <a:pt x="11305470" y="2971652"/>
                  <a:pt x="11305470" y="2971652"/>
                  <a:pt x="11296844" y="2978638"/>
                </a:cubicBezTo>
                <a:cubicBezTo>
                  <a:pt x="11294066" y="2984208"/>
                  <a:pt x="11315509" y="2979013"/>
                  <a:pt x="11347529" y="2966359"/>
                </a:cubicBezTo>
                <a:cubicBezTo>
                  <a:pt x="11379549" y="2953705"/>
                  <a:pt x="11400432" y="2946197"/>
                  <a:pt x="11392075" y="2945774"/>
                </a:cubicBezTo>
                <a:cubicBezTo>
                  <a:pt x="11379818" y="2946295"/>
                  <a:pt x="11381206" y="2943511"/>
                  <a:pt x="11397631" y="2934634"/>
                </a:cubicBezTo>
                <a:cubicBezTo>
                  <a:pt x="11417954" y="2924814"/>
                  <a:pt x="11417954" y="2924814"/>
                  <a:pt x="11391222" y="2933739"/>
                </a:cubicBezTo>
                <a:cubicBezTo>
                  <a:pt x="11373677" y="2937990"/>
                  <a:pt x="11367830" y="2939407"/>
                  <a:pt x="11370608" y="2933837"/>
                </a:cubicBezTo>
                <a:cubicBezTo>
                  <a:pt x="11373386" y="2928267"/>
                  <a:pt x="11384522" y="2923121"/>
                  <a:pt x="11396219" y="2920288"/>
                </a:cubicBezTo>
                <a:cubicBezTo>
                  <a:pt x="11413763" y="2916037"/>
                  <a:pt x="11413763" y="2916037"/>
                  <a:pt x="11400946" y="2914247"/>
                </a:cubicBezTo>
                <a:cubicBezTo>
                  <a:pt x="11392589" y="2913823"/>
                  <a:pt x="11378382" y="2914817"/>
                  <a:pt x="11370024" y="2914393"/>
                </a:cubicBezTo>
                <a:cubicBezTo>
                  <a:pt x="11360277" y="2916754"/>
                  <a:pt x="11344121" y="2918221"/>
                  <a:pt x="11331304" y="2916429"/>
                </a:cubicBezTo>
                <a:cubicBezTo>
                  <a:pt x="11309569" y="2911903"/>
                  <a:pt x="11309569" y="2911903"/>
                  <a:pt x="11309569" y="2911903"/>
                </a:cubicBezTo>
                <a:cubicBezTo>
                  <a:pt x="11336301" y="2902977"/>
                  <a:pt x="11336301" y="2902977"/>
                  <a:pt x="11336301" y="2902977"/>
                </a:cubicBezTo>
                <a:cubicBezTo>
                  <a:pt x="11355235" y="2895942"/>
                  <a:pt x="11358573" y="2892686"/>
                  <a:pt x="11351605" y="2889477"/>
                </a:cubicBezTo>
                <a:cubicBezTo>
                  <a:pt x="11346025" y="2883485"/>
                  <a:pt x="11328480" y="2887735"/>
                  <a:pt x="11296461" y="2900390"/>
                </a:cubicBezTo>
                <a:cubicBezTo>
                  <a:pt x="11257204" y="2917245"/>
                  <a:pt x="11251355" y="2918661"/>
                  <a:pt x="11263320" y="2908418"/>
                </a:cubicBezTo>
                <a:cubicBezTo>
                  <a:pt x="11269998" y="2901904"/>
                  <a:pt x="11278065" y="2892605"/>
                  <a:pt x="11281402" y="2889348"/>
                </a:cubicBezTo>
                <a:cubicBezTo>
                  <a:pt x="11286690" y="2885619"/>
                  <a:pt x="11312862" y="2874381"/>
                  <a:pt x="11341543" y="2864985"/>
                </a:cubicBezTo>
                <a:cubicBezTo>
                  <a:pt x="11385820" y="2851810"/>
                  <a:pt x="11394446" y="2844823"/>
                  <a:pt x="11394715" y="2837414"/>
                </a:cubicBezTo>
                <a:cubicBezTo>
                  <a:pt x="11394423" y="2827691"/>
                  <a:pt x="11390524" y="2828636"/>
                  <a:pt x="11361014" y="2843131"/>
                </a:cubicBezTo>
                <a:cubicBezTo>
                  <a:pt x="11340691" y="2852950"/>
                  <a:pt x="11327045" y="2856256"/>
                  <a:pt x="11323975" y="2852103"/>
                </a:cubicBezTo>
                <a:cubicBezTo>
                  <a:pt x="11319516" y="2850736"/>
                  <a:pt x="11307821" y="2853569"/>
                  <a:pt x="11290836" y="2860133"/>
                </a:cubicBezTo>
                <a:cubicBezTo>
                  <a:pt x="11278310" y="2868064"/>
                  <a:pt x="11267735" y="2875522"/>
                  <a:pt x="11270244" y="2877362"/>
                </a:cubicBezTo>
                <a:cubicBezTo>
                  <a:pt x="11272754" y="2879203"/>
                  <a:pt x="11258839" y="2889919"/>
                  <a:pt x="11238515" y="2899738"/>
                </a:cubicBezTo>
                <a:cubicBezTo>
                  <a:pt x="11220142" y="2909086"/>
                  <a:pt x="11200379" y="2921219"/>
                  <a:pt x="11195652" y="2927261"/>
                </a:cubicBezTo>
                <a:cubicBezTo>
                  <a:pt x="11190923" y="2933302"/>
                  <a:pt x="11187024" y="2934248"/>
                  <a:pt x="11185905" y="2929622"/>
                </a:cubicBezTo>
                <a:cubicBezTo>
                  <a:pt x="11185344" y="2927309"/>
                  <a:pt x="11178375" y="2924102"/>
                  <a:pt x="11170578" y="2925991"/>
                </a:cubicBezTo>
                <a:cubicBezTo>
                  <a:pt x="11147184" y="2931659"/>
                  <a:pt x="11148282" y="2919152"/>
                  <a:pt x="11172504" y="2908387"/>
                </a:cubicBezTo>
                <a:cubicBezTo>
                  <a:pt x="11183640" y="2903241"/>
                  <a:pt x="11191706" y="2893942"/>
                  <a:pt x="11191146" y="2891630"/>
                </a:cubicBezTo>
                <a:cubicBezTo>
                  <a:pt x="11190586" y="2889317"/>
                  <a:pt x="11197264" y="2882803"/>
                  <a:pt x="11207010" y="2880442"/>
                </a:cubicBezTo>
                <a:cubicBezTo>
                  <a:pt x="11216197" y="2875767"/>
                  <a:pt x="11232061" y="2864579"/>
                  <a:pt x="11240688" y="2857593"/>
                </a:cubicBezTo>
                <a:cubicBezTo>
                  <a:pt x="11273513" y="2822710"/>
                  <a:pt x="11392651" y="2752226"/>
                  <a:pt x="11390724" y="2769831"/>
                </a:cubicBezTo>
                <a:cubicBezTo>
                  <a:pt x="11389895" y="2774928"/>
                  <a:pt x="11380708" y="2779602"/>
                  <a:pt x="11369012" y="2782436"/>
                </a:cubicBezTo>
                <a:cubicBezTo>
                  <a:pt x="11359265" y="2784797"/>
                  <a:pt x="11355367" y="2785742"/>
                  <a:pt x="11359825" y="2787110"/>
                </a:cubicBezTo>
                <a:cubicBezTo>
                  <a:pt x="11365673" y="2785693"/>
                  <a:pt x="11370132" y="2787061"/>
                  <a:pt x="11369303" y="2792158"/>
                </a:cubicBezTo>
                <a:cubicBezTo>
                  <a:pt x="11367646" y="2802352"/>
                  <a:pt x="11408560" y="2775302"/>
                  <a:pt x="11414118" y="2764163"/>
                </a:cubicBezTo>
                <a:cubicBezTo>
                  <a:pt x="11417725" y="2753496"/>
                  <a:pt x="11426911" y="2748823"/>
                  <a:pt x="11458102" y="2741266"/>
                </a:cubicBezTo>
                <a:cubicBezTo>
                  <a:pt x="11488732" y="2731396"/>
                  <a:pt x="11494581" y="2729980"/>
                  <a:pt x="11478425" y="2731445"/>
                </a:cubicBezTo>
                <a:cubicBezTo>
                  <a:pt x="11468119" y="2731494"/>
                  <a:pt x="11442776" y="2737634"/>
                  <a:pt x="11423282" y="2742357"/>
                </a:cubicBezTo>
                <a:cubicBezTo>
                  <a:pt x="11402398" y="2749865"/>
                  <a:pt x="11390701" y="2752699"/>
                  <a:pt x="11393481" y="2747130"/>
                </a:cubicBezTo>
                <a:cubicBezTo>
                  <a:pt x="11396258" y="2741560"/>
                  <a:pt x="11394309" y="2742032"/>
                  <a:pt x="11384562" y="2744394"/>
                </a:cubicBezTo>
                <a:cubicBezTo>
                  <a:pt x="11374815" y="2746755"/>
                  <a:pt x="11370355" y="2745388"/>
                  <a:pt x="11370624" y="2737977"/>
                </a:cubicBezTo>
                <a:cubicBezTo>
                  <a:pt x="11369503" y="2733353"/>
                  <a:pt x="11374232" y="2727311"/>
                  <a:pt x="11377570" y="2724054"/>
                </a:cubicBezTo>
                <a:cubicBezTo>
                  <a:pt x="11382857" y="2720324"/>
                  <a:pt x="11378959" y="2721269"/>
                  <a:pt x="11371722" y="2725471"/>
                </a:cubicBezTo>
                <a:cubicBezTo>
                  <a:pt x="11364485" y="2729672"/>
                  <a:pt x="11350278" y="2730666"/>
                  <a:pt x="11339970" y="2730715"/>
                </a:cubicBezTo>
                <a:cubicBezTo>
                  <a:pt x="11321305" y="2730340"/>
                  <a:pt x="11313239" y="2739639"/>
                  <a:pt x="11328566" y="2743271"/>
                </a:cubicBezTo>
                <a:cubicBezTo>
                  <a:pt x="11333585" y="2746951"/>
                  <a:pt x="11324399" y="2751625"/>
                  <a:pt x="11301566" y="2759605"/>
                </a:cubicBezTo>
                <a:cubicBezTo>
                  <a:pt x="11265646" y="2773204"/>
                  <a:pt x="11265646" y="2773204"/>
                  <a:pt x="11276492" y="2758335"/>
                </a:cubicBezTo>
                <a:cubicBezTo>
                  <a:pt x="11289847" y="2745308"/>
                  <a:pt x="11289847" y="2745308"/>
                  <a:pt x="11289847" y="2745308"/>
                </a:cubicBezTo>
                <a:cubicBezTo>
                  <a:pt x="11274251" y="2749086"/>
                  <a:pt x="11274251" y="2749086"/>
                  <a:pt x="11274251" y="2749086"/>
                </a:cubicBezTo>
                <a:cubicBezTo>
                  <a:pt x="11266453" y="2750975"/>
                  <a:pt x="11254757" y="2753809"/>
                  <a:pt x="11249737" y="2750128"/>
                </a:cubicBezTo>
                <a:cubicBezTo>
                  <a:pt x="11240818" y="2747393"/>
                  <a:pt x="11255854" y="2741302"/>
                  <a:pt x="11300130" y="2728127"/>
                </a:cubicBezTo>
                <a:cubicBezTo>
                  <a:pt x="11352204" y="2713062"/>
                  <a:pt x="11363341" y="2707916"/>
                  <a:pt x="11366948" y="2697249"/>
                </a:cubicBezTo>
                <a:cubicBezTo>
                  <a:pt x="11372505" y="2686110"/>
                  <a:pt x="11375843" y="2682853"/>
                  <a:pt x="11394509" y="2683227"/>
                </a:cubicBezTo>
                <a:cubicBezTo>
                  <a:pt x="11411224" y="2684074"/>
                  <a:pt x="11420971" y="2681712"/>
                  <a:pt x="11434886" y="2670997"/>
                </a:cubicBezTo>
                <a:cubicBezTo>
                  <a:pt x="11444902" y="2661225"/>
                  <a:pt x="11448240" y="2657968"/>
                  <a:pt x="11439053" y="2662642"/>
                </a:cubicBezTo>
                <a:cubicBezTo>
                  <a:pt x="11414832" y="2673407"/>
                  <a:pt x="11351329" y="2683896"/>
                  <a:pt x="11359956" y="2676909"/>
                </a:cubicBezTo>
                <a:cubicBezTo>
                  <a:pt x="11362734" y="2671339"/>
                  <a:pt x="11366073" y="2668083"/>
                  <a:pt x="11365513" y="2665770"/>
                </a:cubicBezTo>
                <a:cubicBezTo>
                  <a:pt x="11357423" y="2657937"/>
                  <a:pt x="11382451" y="2624943"/>
                  <a:pt x="11403335" y="2617436"/>
                </a:cubicBezTo>
                <a:cubicBezTo>
                  <a:pt x="11435354" y="2604782"/>
                  <a:pt x="11449538" y="2586656"/>
                  <a:pt x="11417518" y="2599310"/>
                </a:cubicBezTo>
                <a:cubicBezTo>
                  <a:pt x="11403872" y="2602617"/>
                  <a:pt x="11392176" y="2605450"/>
                  <a:pt x="11393005" y="2600353"/>
                </a:cubicBezTo>
                <a:cubicBezTo>
                  <a:pt x="11393833" y="2595255"/>
                  <a:pt x="11482363" y="2551773"/>
                  <a:pt x="11520792" y="2540015"/>
                </a:cubicBezTo>
                <a:cubicBezTo>
                  <a:pt x="11558660" y="2525944"/>
                  <a:pt x="11539995" y="2525569"/>
                  <a:pt x="11487360" y="2538321"/>
                </a:cubicBezTo>
                <a:cubicBezTo>
                  <a:pt x="11458119" y="2545406"/>
                  <a:pt x="11434165" y="2548761"/>
                  <a:pt x="11431656" y="2546921"/>
                </a:cubicBezTo>
                <a:cubicBezTo>
                  <a:pt x="11424127" y="2541401"/>
                  <a:pt x="11432753" y="2534415"/>
                  <a:pt x="11464213" y="2519448"/>
                </a:cubicBezTo>
                <a:cubicBezTo>
                  <a:pt x="11482586" y="2510100"/>
                  <a:pt x="11497061" y="2501697"/>
                  <a:pt x="11496501" y="2499384"/>
                </a:cubicBezTo>
                <a:cubicBezTo>
                  <a:pt x="11495941" y="2497072"/>
                  <a:pt x="11500109" y="2488718"/>
                  <a:pt x="11506786" y="2482203"/>
                </a:cubicBezTo>
                <a:cubicBezTo>
                  <a:pt x="11513463" y="2475689"/>
                  <a:pt x="11524307" y="2460820"/>
                  <a:pt x="11531814" y="2449210"/>
                </a:cubicBezTo>
                <a:cubicBezTo>
                  <a:pt x="11550165" y="2422730"/>
                  <a:pt x="11605016" y="2402095"/>
                  <a:pt x="11714476" y="2385369"/>
                </a:cubicBezTo>
                <a:cubicBezTo>
                  <a:pt x="11780488" y="2376721"/>
                  <a:pt x="11801932" y="2371525"/>
                  <a:pt x="11823083" y="2356608"/>
                </a:cubicBezTo>
                <a:cubicBezTo>
                  <a:pt x="11839507" y="2347733"/>
                  <a:pt x="11852033" y="2339801"/>
                  <a:pt x="11852033" y="2339801"/>
                </a:cubicBezTo>
                <a:cubicBezTo>
                  <a:pt x="11852863" y="2334705"/>
                  <a:pt x="11731998" y="2363987"/>
                  <a:pt x="11693570" y="2375745"/>
                </a:cubicBezTo>
                <a:cubicBezTo>
                  <a:pt x="11649293" y="2388920"/>
                  <a:pt x="11637306" y="2382032"/>
                  <a:pt x="11670983" y="2359183"/>
                </a:cubicBezTo>
                <a:cubicBezTo>
                  <a:pt x="11696033" y="2343322"/>
                  <a:pt x="11696033" y="2343322"/>
                  <a:pt x="11696033" y="2343322"/>
                </a:cubicBezTo>
                <a:cubicBezTo>
                  <a:pt x="11671812" y="2354086"/>
                  <a:pt x="11671812" y="2354086"/>
                  <a:pt x="11671812" y="2354086"/>
                </a:cubicBezTo>
                <a:cubicBezTo>
                  <a:pt x="11641742" y="2366268"/>
                  <a:pt x="11627535" y="2367261"/>
                  <a:pt x="11635041" y="2355651"/>
                </a:cubicBezTo>
                <a:cubicBezTo>
                  <a:pt x="11637819" y="2350081"/>
                  <a:pt x="11631971" y="2351498"/>
                  <a:pt x="11616937" y="2357589"/>
                </a:cubicBezTo>
                <a:cubicBezTo>
                  <a:pt x="11569321" y="2374022"/>
                  <a:pt x="11565423" y="2374965"/>
                  <a:pt x="11562060" y="2361091"/>
                </a:cubicBezTo>
                <a:cubicBezTo>
                  <a:pt x="11558430" y="2354626"/>
                  <a:pt x="11559259" y="2349529"/>
                  <a:pt x="11561209" y="2349056"/>
                </a:cubicBezTo>
                <a:cubicBezTo>
                  <a:pt x="11581263" y="2346645"/>
                  <a:pt x="11591280" y="2336875"/>
                  <a:pt x="11588478" y="2325312"/>
                </a:cubicBezTo>
                <a:cubicBezTo>
                  <a:pt x="11585676" y="2313750"/>
                  <a:pt x="11583728" y="2314222"/>
                  <a:pt x="11577610" y="2323049"/>
                </a:cubicBezTo>
                <a:cubicBezTo>
                  <a:pt x="11566206" y="2335605"/>
                  <a:pt x="11504385" y="2353031"/>
                  <a:pt x="11500193" y="2344253"/>
                </a:cubicBezTo>
                <a:cubicBezTo>
                  <a:pt x="11497123" y="2340101"/>
                  <a:pt x="11479580" y="2344352"/>
                  <a:pt x="11450069" y="2358846"/>
                </a:cubicBezTo>
                <a:cubicBezTo>
                  <a:pt x="11423897" y="2370083"/>
                  <a:pt x="11404404" y="2374806"/>
                  <a:pt x="11399384" y="2371126"/>
                </a:cubicBezTo>
                <a:cubicBezTo>
                  <a:pt x="11396874" y="2369286"/>
                  <a:pt x="11400212" y="2366028"/>
                  <a:pt x="11405500" y="2362298"/>
                </a:cubicBezTo>
                <a:cubicBezTo>
                  <a:pt x="11413298" y="2360410"/>
                  <a:pt x="11414688" y="2357624"/>
                  <a:pt x="11411618" y="2353472"/>
                </a:cubicBezTo>
                <a:cubicBezTo>
                  <a:pt x="11403528" y="2345639"/>
                  <a:pt x="11459502" y="2329630"/>
                  <a:pt x="11488474" y="2329955"/>
                </a:cubicBezTo>
                <a:cubicBezTo>
                  <a:pt x="11509089" y="2329857"/>
                  <a:pt x="11527462" y="2320510"/>
                  <a:pt x="11519373" y="2312677"/>
                </a:cubicBezTo>
                <a:cubicBezTo>
                  <a:pt x="11516863" y="2310836"/>
                  <a:pt x="11520202" y="2307579"/>
                  <a:pt x="11526050" y="2306163"/>
                </a:cubicBezTo>
                <a:cubicBezTo>
                  <a:pt x="11531338" y="2302433"/>
                  <a:pt x="11537748" y="2303329"/>
                  <a:pt x="11540256" y="2305169"/>
                </a:cubicBezTo>
                <a:cubicBezTo>
                  <a:pt x="11548907" y="2315314"/>
                  <a:pt x="11627443" y="2298735"/>
                  <a:pt x="11634949" y="2287124"/>
                </a:cubicBezTo>
                <a:cubicBezTo>
                  <a:pt x="11637728" y="2281554"/>
                  <a:pt x="11625472" y="2282075"/>
                  <a:pt x="11604027" y="2287271"/>
                </a:cubicBezTo>
                <a:cubicBezTo>
                  <a:pt x="11553342" y="2299550"/>
                  <a:pt x="11535237" y="2301488"/>
                  <a:pt x="11537455" y="2293606"/>
                </a:cubicBezTo>
                <a:cubicBezTo>
                  <a:pt x="11536895" y="2291294"/>
                  <a:pt x="11533825" y="2287141"/>
                  <a:pt x="11527417" y="2286246"/>
                </a:cubicBezTo>
                <a:cubicBezTo>
                  <a:pt x="11521568" y="2287663"/>
                  <a:pt x="11518230" y="2290919"/>
                  <a:pt x="11516841" y="2293704"/>
                </a:cubicBezTo>
                <a:cubicBezTo>
                  <a:pt x="11516011" y="2298801"/>
                  <a:pt x="11509335" y="2305316"/>
                  <a:pt x="11502927" y="2304420"/>
                </a:cubicBezTo>
                <a:cubicBezTo>
                  <a:pt x="11495128" y="2306310"/>
                  <a:pt x="11485941" y="2310983"/>
                  <a:pt x="11483164" y="2316553"/>
                </a:cubicBezTo>
                <a:cubicBezTo>
                  <a:pt x="11480385" y="2322123"/>
                  <a:pt x="11475926" y="2320754"/>
                  <a:pt x="11470906" y="2317075"/>
                </a:cubicBezTo>
                <a:cubicBezTo>
                  <a:pt x="11467836" y="2312922"/>
                  <a:pt x="11464767" y="2308769"/>
                  <a:pt x="11464767" y="2308769"/>
                </a:cubicBezTo>
                <a:cubicBezTo>
                  <a:pt x="11466155" y="2305985"/>
                  <a:pt x="11530464" y="2273266"/>
                  <a:pt x="11549397" y="2266232"/>
                </a:cubicBezTo>
                <a:cubicBezTo>
                  <a:pt x="11560535" y="2261085"/>
                  <a:pt x="11567211" y="2254571"/>
                  <a:pt x="11568040" y="2249474"/>
                </a:cubicBezTo>
                <a:cubicBezTo>
                  <a:pt x="11567748" y="2239751"/>
                  <a:pt x="11559950" y="2241640"/>
                  <a:pt x="11523204" y="2260336"/>
                </a:cubicBezTo>
                <a:cubicBezTo>
                  <a:pt x="11495082" y="2272045"/>
                  <a:pt x="11475588" y="2276769"/>
                  <a:pt x="11475029" y="2274456"/>
                </a:cubicBezTo>
                <a:cubicBezTo>
                  <a:pt x="11473908" y="2269832"/>
                  <a:pt x="11475297" y="2267046"/>
                  <a:pt x="11479195" y="2266102"/>
                </a:cubicBezTo>
                <a:cubicBezTo>
                  <a:pt x="11488383" y="2261428"/>
                  <a:pt x="11452150" y="2248173"/>
                  <a:pt x="11440453" y="2251007"/>
                </a:cubicBezTo>
                <a:cubicBezTo>
                  <a:pt x="11430705" y="2253369"/>
                  <a:pt x="11454345" y="2223159"/>
                  <a:pt x="11469379" y="2217069"/>
                </a:cubicBezTo>
                <a:cubicBezTo>
                  <a:pt x="11472718" y="2213811"/>
                  <a:pt x="11486072" y="2200783"/>
                  <a:pt x="11498867" y="2185442"/>
                </a:cubicBezTo>
                <a:cubicBezTo>
                  <a:pt x="11512221" y="2172414"/>
                  <a:pt x="11528914" y="2156129"/>
                  <a:pt x="11538101" y="2151454"/>
                </a:cubicBezTo>
                <a:cubicBezTo>
                  <a:pt x="11544779" y="2144941"/>
                  <a:pt x="11555355" y="2137482"/>
                  <a:pt x="11556743" y="2134697"/>
                </a:cubicBezTo>
                <a:cubicBezTo>
                  <a:pt x="11560082" y="2131441"/>
                  <a:pt x="11562591" y="2133281"/>
                  <a:pt x="11563151" y="2135593"/>
                </a:cubicBezTo>
                <a:cubicBezTo>
                  <a:pt x="11565392" y="2144843"/>
                  <a:pt x="11622463" y="2116327"/>
                  <a:pt x="11622172" y="2106604"/>
                </a:cubicBezTo>
                <a:cubicBezTo>
                  <a:pt x="11621611" y="2104291"/>
                  <a:pt x="11624951" y="2101036"/>
                  <a:pt x="11626339" y="2098250"/>
                </a:cubicBezTo>
                <a:cubicBezTo>
                  <a:pt x="11630238" y="2097306"/>
                  <a:pt x="11630798" y="2099618"/>
                  <a:pt x="11631919" y="2104243"/>
                </a:cubicBezTo>
                <a:cubicBezTo>
                  <a:pt x="11631090" y="2109341"/>
                  <a:pt x="11631650" y="2111653"/>
                  <a:pt x="11635549" y="2110708"/>
                </a:cubicBezTo>
                <a:cubicBezTo>
                  <a:pt x="11637498" y="2110236"/>
                  <a:pt x="11640277" y="2104666"/>
                  <a:pt x="11640546" y="2097257"/>
                </a:cubicBezTo>
                <a:cubicBezTo>
                  <a:pt x="11639425" y="2092632"/>
                  <a:pt x="11636355" y="2088479"/>
                  <a:pt x="11632457" y="2089424"/>
                </a:cubicBezTo>
                <a:cubicBezTo>
                  <a:pt x="11627168" y="2093153"/>
                  <a:pt x="11624098" y="2089001"/>
                  <a:pt x="11625487" y="2086215"/>
                </a:cubicBezTo>
                <a:cubicBezTo>
                  <a:pt x="11626316" y="2081118"/>
                  <a:pt x="11632994" y="2074604"/>
                  <a:pt x="11640792" y="2072715"/>
                </a:cubicBezTo>
                <a:cubicBezTo>
                  <a:pt x="11650539" y="2070354"/>
                  <a:pt x="11651927" y="2067569"/>
                  <a:pt x="11644959" y="2064360"/>
                </a:cubicBezTo>
                <a:cubicBezTo>
                  <a:pt x="11634091" y="2062097"/>
                  <a:pt x="11621566" y="2070029"/>
                  <a:pt x="11602094" y="2091883"/>
                </a:cubicBezTo>
                <a:cubicBezTo>
                  <a:pt x="11594028" y="2101182"/>
                  <a:pt x="11576214" y="2112842"/>
                  <a:pt x="11565078" y="2117989"/>
                </a:cubicBezTo>
                <a:cubicBezTo>
                  <a:pt x="11552553" y="2125919"/>
                  <a:pt x="11532230" y="2135740"/>
                  <a:pt x="11519145" y="2141359"/>
                </a:cubicBezTo>
                <a:cubicBezTo>
                  <a:pt x="11505229" y="2152074"/>
                  <a:pt x="11496872" y="2151651"/>
                  <a:pt x="11491852" y="2147971"/>
                </a:cubicBezTo>
                <a:cubicBezTo>
                  <a:pt x="11486272" y="2141978"/>
                  <a:pt x="11484323" y="2142450"/>
                  <a:pt x="11480155" y="2150804"/>
                </a:cubicBezTo>
                <a:cubicBezTo>
                  <a:pt x="11479326" y="2155902"/>
                  <a:pt x="11466802" y="2163833"/>
                  <a:pt x="11455664" y="2168979"/>
                </a:cubicBezTo>
                <a:cubicBezTo>
                  <a:pt x="11435341" y="2178799"/>
                  <a:pt x="11435341" y="2178799"/>
                  <a:pt x="11435341" y="2178799"/>
                </a:cubicBezTo>
                <a:cubicBezTo>
                  <a:pt x="11454836" y="2174076"/>
                  <a:pt x="11454836" y="2174076"/>
                  <a:pt x="11454836" y="2174076"/>
                </a:cubicBezTo>
                <a:cubicBezTo>
                  <a:pt x="11478229" y="2168408"/>
                  <a:pt x="11480738" y="2170249"/>
                  <a:pt x="11473525" y="2191582"/>
                </a:cubicBezTo>
                <a:cubicBezTo>
                  <a:pt x="11469089" y="2207346"/>
                  <a:pt x="11456562" y="2215277"/>
                  <a:pt x="11451812" y="2204187"/>
                </a:cubicBezTo>
                <a:cubicBezTo>
                  <a:pt x="11450692" y="2199563"/>
                  <a:pt x="11447353" y="2202819"/>
                  <a:pt x="11441236" y="2211646"/>
                </a:cubicBezTo>
                <a:cubicBezTo>
                  <a:pt x="11430391" y="2226514"/>
                  <a:pt x="11403391" y="2242848"/>
                  <a:pt x="11383336" y="2245259"/>
                </a:cubicBezTo>
                <a:cubicBezTo>
                  <a:pt x="11369691" y="2248565"/>
                  <a:pt x="11369130" y="2246252"/>
                  <a:pt x="11374687" y="2235114"/>
                </a:cubicBezTo>
                <a:cubicBezTo>
                  <a:pt x="11380804" y="2226287"/>
                  <a:pt x="11378295" y="2224447"/>
                  <a:pt x="11358532" y="2236580"/>
                </a:cubicBezTo>
                <a:cubicBezTo>
                  <a:pt x="11336259" y="2246872"/>
                  <a:pt x="11336259" y="2246872"/>
                  <a:pt x="11336259" y="2246872"/>
                </a:cubicBezTo>
                <a:cubicBezTo>
                  <a:pt x="11357120" y="2222232"/>
                  <a:pt x="11357120" y="2222232"/>
                  <a:pt x="11357120" y="2222232"/>
                </a:cubicBezTo>
                <a:cubicBezTo>
                  <a:pt x="11374642" y="2200850"/>
                  <a:pt x="11381879" y="2196649"/>
                  <a:pt x="11403322" y="2191453"/>
                </a:cubicBezTo>
                <a:cubicBezTo>
                  <a:pt x="11418917" y="2187675"/>
                  <a:pt x="11432003" y="2182056"/>
                  <a:pt x="11434781" y="2176487"/>
                </a:cubicBezTo>
                <a:cubicBezTo>
                  <a:pt x="11436170" y="2173702"/>
                  <a:pt x="11446186" y="2163931"/>
                  <a:pt x="11453423" y="2159729"/>
                </a:cubicBezTo>
                <a:cubicBezTo>
                  <a:pt x="11483202" y="2137826"/>
                  <a:pt x="11466487" y="2136979"/>
                  <a:pt x="11427230" y="2153834"/>
                </a:cubicBezTo>
                <a:cubicBezTo>
                  <a:pt x="11397720" y="2168328"/>
                  <a:pt x="11389922" y="2170217"/>
                  <a:pt x="11392700" y="2164648"/>
                </a:cubicBezTo>
                <a:cubicBezTo>
                  <a:pt x="11398818" y="2155821"/>
                  <a:pt x="11396307" y="2153982"/>
                  <a:pt x="11389071" y="2158183"/>
                </a:cubicBezTo>
                <a:cubicBezTo>
                  <a:pt x="11383222" y="2159601"/>
                  <a:pt x="11376544" y="2166114"/>
                  <a:pt x="11373766" y="2171684"/>
                </a:cubicBezTo>
                <a:cubicBezTo>
                  <a:pt x="11372377" y="2174468"/>
                  <a:pt x="11365700" y="2180983"/>
                  <a:pt x="11361241" y="2179615"/>
                </a:cubicBezTo>
                <a:cubicBezTo>
                  <a:pt x="11351493" y="2181976"/>
                  <a:pt x="11352883" y="2179191"/>
                  <a:pt x="11362899" y="2169420"/>
                </a:cubicBezTo>
                <a:cubicBezTo>
                  <a:pt x="11369015" y="2160594"/>
                  <a:pt x="11373183" y="2152239"/>
                  <a:pt x="11369552" y="2145775"/>
                </a:cubicBezTo>
                <a:cubicBezTo>
                  <a:pt x="11368433" y="2141149"/>
                  <a:pt x="11371211" y="2135580"/>
                  <a:pt x="11379009" y="2133690"/>
                </a:cubicBezTo>
                <a:cubicBezTo>
                  <a:pt x="11384296" y="2129961"/>
                  <a:pt x="11396822" y="2122030"/>
                  <a:pt x="11402939" y="2113204"/>
                </a:cubicBezTo>
                <a:cubicBezTo>
                  <a:pt x="11416293" y="2100176"/>
                  <a:pt x="11416293" y="2100176"/>
                  <a:pt x="11416293" y="2100176"/>
                </a:cubicBezTo>
                <a:cubicBezTo>
                  <a:pt x="11397919" y="2109524"/>
                  <a:pt x="11397919" y="2109524"/>
                  <a:pt x="11397919" y="2109524"/>
                </a:cubicBezTo>
                <a:cubicBezTo>
                  <a:pt x="11383445" y="2117927"/>
                  <a:pt x="11383445" y="2117927"/>
                  <a:pt x="11390951" y="2106316"/>
                </a:cubicBezTo>
                <a:cubicBezTo>
                  <a:pt x="11399577" y="2099329"/>
                  <a:pt x="11400406" y="2094231"/>
                  <a:pt x="11393997" y="2093336"/>
                </a:cubicBezTo>
                <a:cubicBezTo>
                  <a:pt x="11382570" y="2088760"/>
                  <a:pt x="11443540" y="2059300"/>
                  <a:pt x="11473341" y="2054527"/>
                </a:cubicBezTo>
                <a:cubicBezTo>
                  <a:pt x="11486986" y="2051222"/>
                  <a:pt x="11506480" y="2046499"/>
                  <a:pt x="11518177" y="2043665"/>
                </a:cubicBezTo>
                <a:cubicBezTo>
                  <a:pt x="11550198" y="2031010"/>
                  <a:pt x="11636217" y="1985688"/>
                  <a:pt x="11652910" y="1969403"/>
                </a:cubicBezTo>
                <a:cubicBezTo>
                  <a:pt x="11670163" y="1955431"/>
                  <a:pt x="11680471" y="1955381"/>
                  <a:pt x="11671575" y="1969778"/>
                </a:cubicBezTo>
                <a:cubicBezTo>
                  <a:pt x="11667408" y="1978132"/>
                  <a:pt x="11667408" y="1978132"/>
                  <a:pt x="11675206" y="1976242"/>
                </a:cubicBezTo>
                <a:cubicBezTo>
                  <a:pt x="11679105" y="1975298"/>
                  <a:pt x="11685514" y="1976193"/>
                  <a:pt x="11686073" y="1978506"/>
                </a:cubicBezTo>
                <a:cubicBezTo>
                  <a:pt x="11686633" y="1980818"/>
                  <a:pt x="11693871" y="1976617"/>
                  <a:pt x="11699988" y="1967789"/>
                </a:cubicBezTo>
                <a:cubicBezTo>
                  <a:pt x="11711393" y="1955234"/>
                  <a:pt x="11717241" y="1953817"/>
                  <a:pt x="11757351" y="1948996"/>
                </a:cubicBezTo>
                <a:cubicBezTo>
                  <a:pt x="11781303" y="1945641"/>
                  <a:pt x="11807206" y="1941813"/>
                  <a:pt x="11815004" y="1939924"/>
                </a:cubicBezTo>
                <a:cubicBezTo>
                  <a:pt x="11830039" y="1933833"/>
                  <a:pt x="11841152" y="1911555"/>
                  <a:pt x="11828336" y="1909765"/>
                </a:cubicBezTo>
                <a:cubicBezTo>
                  <a:pt x="11823876" y="1908396"/>
                  <a:pt x="11829724" y="1906979"/>
                  <a:pt x="11838083" y="1907403"/>
                </a:cubicBezTo>
                <a:cubicBezTo>
                  <a:pt x="11848390" y="1907354"/>
                  <a:pt x="11863985" y="1903576"/>
                  <a:pt x="11875683" y="1900741"/>
                </a:cubicBezTo>
                <a:cubicBezTo>
                  <a:pt x="11886818" y="1895596"/>
                  <a:pt x="11908263" y="1890400"/>
                  <a:pt x="11922468" y="1889406"/>
                </a:cubicBezTo>
                <a:cubicBezTo>
                  <a:pt x="11943912" y="1884211"/>
                  <a:pt x="11951149" y="1880010"/>
                  <a:pt x="11974788" y="1849800"/>
                </a:cubicBezTo>
                <a:cubicBezTo>
                  <a:pt x="12005664" y="1815390"/>
                  <a:pt x="12005664" y="1815390"/>
                  <a:pt x="12005664" y="1815390"/>
                </a:cubicBezTo>
                <a:cubicBezTo>
                  <a:pt x="11964458" y="1832717"/>
                  <a:pt x="11964458" y="1832717"/>
                  <a:pt x="11964458" y="1832717"/>
                </a:cubicBezTo>
                <a:cubicBezTo>
                  <a:pt x="11941626" y="1840698"/>
                  <a:pt x="11902928" y="1859866"/>
                  <a:pt x="11878707" y="1870631"/>
                </a:cubicBezTo>
                <a:cubicBezTo>
                  <a:pt x="11843348" y="1886542"/>
                  <a:pt x="11826364" y="1893105"/>
                  <a:pt x="11801290" y="1891835"/>
                </a:cubicBezTo>
                <a:cubicBezTo>
                  <a:pt x="11782625" y="1891460"/>
                  <a:pt x="11759231" y="1897128"/>
                  <a:pt x="11745585" y="1900434"/>
                </a:cubicBezTo>
                <a:cubicBezTo>
                  <a:pt x="11732499" y="1906053"/>
                  <a:pt x="11726090" y="1905157"/>
                  <a:pt x="11727481" y="1902373"/>
                </a:cubicBezTo>
                <a:cubicBezTo>
                  <a:pt x="11730258" y="1896803"/>
                  <a:pt x="11720511" y="1899164"/>
                  <a:pt x="11703526" y="1905728"/>
                </a:cubicBezTo>
                <a:cubicBezTo>
                  <a:pt x="11686542" y="1912291"/>
                  <a:pt x="11672337" y="1913285"/>
                  <a:pt x="11669266" y="1909132"/>
                </a:cubicBezTo>
                <a:cubicBezTo>
                  <a:pt x="11668145" y="1904507"/>
                  <a:pt x="11658398" y="1906869"/>
                  <a:pt x="11641974" y="1915744"/>
                </a:cubicBezTo>
                <a:cubicBezTo>
                  <a:pt x="11628888" y="1921363"/>
                  <a:pt x="11607445" y="1926558"/>
                  <a:pt x="11593238" y="1927552"/>
                </a:cubicBezTo>
                <a:cubicBezTo>
                  <a:pt x="11568725" y="1928594"/>
                  <a:pt x="11568725" y="1928594"/>
                  <a:pt x="11568725" y="1928594"/>
                </a:cubicBezTo>
                <a:cubicBezTo>
                  <a:pt x="11582639" y="1917879"/>
                  <a:pt x="11582639" y="1917879"/>
                  <a:pt x="11582639" y="1917879"/>
                </a:cubicBezTo>
                <a:cubicBezTo>
                  <a:pt x="11589316" y="1911364"/>
                  <a:pt x="11579569" y="1913726"/>
                  <a:pt x="11555347" y="1924491"/>
                </a:cubicBezTo>
                <a:cubicBezTo>
                  <a:pt x="11519989" y="1940402"/>
                  <a:pt x="11516090" y="1941346"/>
                  <a:pt x="11521647" y="1930208"/>
                </a:cubicBezTo>
                <a:cubicBezTo>
                  <a:pt x="11526376" y="1924165"/>
                  <a:pt x="11536391" y="1914394"/>
                  <a:pt x="11543068" y="1907880"/>
                </a:cubicBezTo>
                <a:cubicBezTo>
                  <a:pt x="11550306" y="1903679"/>
                  <a:pt x="11555033" y="1897637"/>
                  <a:pt x="11552523" y="1895797"/>
                </a:cubicBezTo>
                <a:cubicBezTo>
                  <a:pt x="11552523" y="1895797"/>
                  <a:pt x="11541388" y="1900943"/>
                  <a:pt x="11528862" y="1908874"/>
                </a:cubicBezTo>
                <a:cubicBezTo>
                  <a:pt x="11504931" y="1929361"/>
                  <a:pt x="11423907" y="1961232"/>
                  <a:pt x="11426125" y="1953350"/>
                </a:cubicBezTo>
                <a:cubicBezTo>
                  <a:pt x="11426954" y="1948253"/>
                  <a:pt x="11438090" y="1943106"/>
                  <a:pt x="11449227" y="1937960"/>
                </a:cubicBezTo>
                <a:cubicBezTo>
                  <a:pt x="11477908" y="1928563"/>
                  <a:pt x="11524111" y="1897784"/>
                  <a:pt x="11542193" y="1878714"/>
                </a:cubicBezTo>
                <a:cubicBezTo>
                  <a:pt x="11554988" y="1863373"/>
                  <a:pt x="11562785" y="1861484"/>
                  <a:pt x="11608742" y="1855246"/>
                </a:cubicBezTo>
                <a:cubicBezTo>
                  <a:pt x="11634645" y="1851418"/>
                  <a:pt x="11664446" y="1846647"/>
                  <a:pt x="11671684" y="1842445"/>
                </a:cubicBezTo>
                <a:cubicBezTo>
                  <a:pt x="11687279" y="1838666"/>
                  <a:pt x="11694808" y="1844187"/>
                  <a:pt x="11684792" y="1853958"/>
                </a:cubicBezTo>
                <a:cubicBezTo>
                  <a:pt x="11681455" y="1857215"/>
                  <a:pt x="11710696" y="1850131"/>
                  <a:pt x="11749123" y="1838372"/>
                </a:cubicBezTo>
                <a:cubicBezTo>
                  <a:pt x="11814283" y="1817690"/>
                  <a:pt x="11822641" y="1818113"/>
                  <a:pt x="11849395" y="1826320"/>
                </a:cubicBezTo>
                <a:cubicBezTo>
                  <a:pt x="11873641" y="1832687"/>
                  <a:pt x="11881999" y="1833110"/>
                  <a:pt x="11892576" y="1825651"/>
                </a:cubicBezTo>
                <a:cubicBezTo>
                  <a:pt x="11899252" y="1819137"/>
                  <a:pt x="11910389" y="1813990"/>
                  <a:pt x="11916236" y="1812573"/>
                </a:cubicBezTo>
                <a:cubicBezTo>
                  <a:pt x="11922646" y="1813470"/>
                  <a:pt x="11925983" y="1810212"/>
                  <a:pt x="11925423" y="1807900"/>
                </a:cubicBezTo>
                <a:cubicBezTo>
                  <a:pt x="11922353" y="1803747"/>
                  <a:pt x="11912046" y="1803796"/>
                  <a:pt x="11900910" y="1808942"/>
                </a:cubicBezTo>
                <a:cubicBezTo>
                  <a:pt x="11885315" y="1812721"/>
                  <a:pt x="11876397" y="1809986"/>
                  <a:pt x="11872766" y="1803521"/>
                </a:cubicBezTo>
                <a:cubicBezTo>
                  <a:pt x="11870525" y="1794270"/>
                  <a:pt x="11871914" y="1791486"/>
                  <a:pt x="11884172" y="1790964"/>
                </a:cubicBezTo>
                <a:cubicBezTo>
                  <a:pt x="11898377" y="1789971"/>
                  <a:pt x="11898377" y="1789971"/>
                  <a:pt x="11898377" y="1789971"/>
                </a:cubicBezTo>
                <a:cubicBezTo>
                  <a:pt x="11880540" y="1784499"/>
                  <a:pt x="11880540" y="1784499"/>
                  <a:pt x="11880540" y="1784499"/>
                </a:cubicBezTo>
                <a:cubicBezTo>
                  <a:pt x="11869674" y="1782235"/>
                  <a:pt x="11861315" y="1781813"/>
                  <a:pt x="11859927" y="1784597"/>
                </a:cubicBezTo>
                <a:cubicBezTo>
                  <a:pt x="11856587" y="1787855"/>
                  <a:pt x="11854638" y="1788327"/>
                  <a:pt x="11849619" y="1784646"/>
                </a:cubicBezTo>
                <a:cubicBezTo>
                  <a:pt x="11846549" y="1780493"/>
                  <a:pt x="11853786" y="1776292"/>
                  <a:pt x="11875230" y="1771097"/>
                </a:cubicBezTo>
                <a:cubicBezTo>
                  <a:pt x="11906981" y="1765852"/>
                  <a:pt x="11921188" y="1764859"/>
                  <a:pt x="11906712" y="1773262"/>
                </a:cubicBezTo>
                <a:cubicBezTo>
                  <a:pt x="11902813" y="1774206"/>
                  <a:pt x="11911172" y="1774630"/>
                  <a:pt x="11924817" y="1771324"/>
                </a:cubicBezTo>
                <a:cubicBezTo>
                  <a:pt x="11939023" y="1770330"/>
                  <a:pt x="11955447" y="1761454"/>
                  <a:pt x="11969362" y="1750739"/>
                </a:cubicBezTo>
                <a:cubicBezTo>
                  <a:pt x="11989954" y="1733509"/>
                  <a:pt x="11989954" y="1733509"/>
                  <a:pt x="11989954" y="1733509"/>
                </a:cubicBezTo>
                <a:cubicBezTo>
                  <a:pt x="11954597" y="1749420"/>
                  <a:pt x="11954597" y="1749420"/>
                  <a:pt x="11954597" y="1749420"/>
                </a:cubicBezTo>
                <a:cubicBezTo>
                  <a:pt x="11934273" y="1759240"/>
                  <a:pt x="11922576" y="1762074"/>
                  <a:pt x="11925915" y="1758817"/>
                </a:cubicBezTo>
                <a:cubicBezTo>
                  <a:pt x="11928693" y="1753247"/>
                  <a:pt x="11918385" y="1753297"/>
                  <a:pt x="11896943" y="1758492"/>
                </a:cubicBezTo>
                <a:cubicBezTo>
                  <a:pt x="11876888" y="1760903"/>
                  <a:pt x="11865192" y="1763736"/>
                  <a:pt x="11866580" y="1760951"/>
                </a:cubicBezTo>
                <a:cubicBezTo>
                  <a:pt x="11876596" y="1751180"/>
                  <a:pt x="11868507" y="1743348"/>
                  <a:pt x="11847893" y="1743445"/>
                </a:cubicBezTo>
                <a:cubicBezTo>
                  <a:pt x="11817530" y="1745905"/>
                  <a:pt x="11807783" y="1748266"/>
                  <a:pt x="11824230" y="1756523"/>
                </a:cubicBezTo>
                <a:cubicBezTo>
                  <a:pt x="11831199" y="1759731"/>
                  <a:pt x="11840946" y="1757370"/>
                  <a:pt x="11846795" y="1755953"/>
                </a:cubicBezTo>
                <a:cubicBezTo>
                  <a:pt x="11852082" y="1752223"/>
                  <a:pt x="11854032" y="1751750"/>
                  <a:pt x="11850693" y="1755008"/>
                </a:cubicBezTo>
                <a:cubicBezTo>
                  <a:pt x="11847355" y="1758265"/>
                  <a:pt x="11846526" y="1763362"/>
                  <a:pt x="11847086" y="1765674"/>
                </a:cubicBezTo>
                <a:cubicBezTo>
                  <a:pt x="11847646" y="1767986"/>
                  <a:pt x="11839019" y="1774973"/>
                  <a:pt x="11827884" y="1780120"/>
                </a:cubicBezTo>
                <a:cubicBezTo>
                  <a:pt x="11816187" y="1782954"/>
                  <a:pt x="11809510" y="1789467"/>
                  <a:pt x="11810070" y="1791780"/>
                </a:cubicBezTo>
                <a:cubicBezTo>
                  <a:pt x="11811751" y="1798717"/>
                  <a:pt x="11740742" y="1820817"/>
                  <a:pt x="11667493" y="1833668"/>
                </a:cubicBezTo>
                <a:cubicBezTo>
                  <a:pt x="11602602" y="1846940"/>
                  <a:pt x="11565832" y="1848504"/>
                  <a:pt x="11593952" y="1836796"/>
                </a:cubicBezTo>
                <a:cubicBezTo>
                  <a:pt x="11599241" y="1833066"/>
                  <a:pt x="11609817" y="1825607"/>
                  <a:pt x="11615105" y="1821878"/>
                </a:cubicBezTo>
                <a:cubicBezTo>
                  <a:pt x="11621222" y="1813051"/>
                  <a:pt x="11621222" y="1813051"/>
                  <a:pt x="11608136" y="1818670"/>
                </a:cubicBezTo>
                <a:cubicBezTo>
                  <a:pt x="11591711" y="1827546"/>
                  <a:pt x="11595879" y="1819191"/>
                  <a:pt x="11614521" y="1802433"/>
                </a:cubicBezTo>
                <a:cubicBezTo>
                  <a:pt x="11626487" y="1792190"/>
                  <a:pt x="11632335" y="1790773"/>
                  <a:pt x="11641254" y="1793509"/>
                </a:cubicBezTo>
                <a:cubicBezTo>
                  <a:pt x="11648222" y="1796717"/>
                  <a:pt x="11655191" y="1799925"/>
                  <a:pt x="11659089" y="1798980"/>
                </a:cubicBezTo>
                <a:cubicBezTo>
                  <a:pt x="11661039" y="1798508"/>
                  <a:pt x="11659919" y="1793884"/>
                  <a:pt x="11653510" y="1792987"/>
                </a:cubicBezTo>
                <a:cubicBezTo>
                  <a:pt x="11649051" y="1791620"/>
                  <a:pt x="11646541" y="1789780"/>
                  <a:pt x="11649879" y="1786523"/>
                </a:cubicBezTo>
                <a:cubicBezTo>
                  <a:pt x="11653779" y="1785578"/>
                  <a:pt x="11654607" y="1780480"/>
                  <a:pt x="11651538" y="1776328"/>
                </a:cubicBezTo>
                <a:cubicBezTo>
                  <a:pt x="11646519" y="1772648"/>
                  <a:pt x="11642059" y="1771280"/>
                  <a:pt x="11638720" y="1774537"/>
                </a:cubicBezTo>
                <a:cubicBezTo>
                  <a:pt x="11634822" y="1775482"/>
                  <a:pt x="11630923" y="1776426"/>
                  <a:pt x="11628413" y="1774586"/>
                </a:cubicBezTo>
                <a:cubicBezTo>
                  <a:pt x="11620324" y="1766753"/>
                  <a:pt x="11608359" y="1776996"/>
                  <a:pt x="11594176" y="1795122"/>
                </a:cubicBezTo>
                <a:cubicBezTo>
                  <a:pt x="11581113" y="1817872"/>
                  <a:pt x="11550213" y="1835152"/>
                  <a:pt x="11513174" y="1844125"/>
                </a:cubicBezTo>
                <a:cubicBezTo>
                  <a:pt x="11495069" y="1846063"/>
                  <a:pt x="11480035" y="1852154"/>
                  <a:pt x="11476697" y="1855411"/>
                </a:cubicBezTo>
                <a:cubicBezTo>
                  <a:pt x="11475306" y="1858196"/>
                  <a:pt x="11466949" y="1857773"/>
                  <a:pt x="11456081" y="1855509"/>
                </a:cubicBezTo>
                <a:cubicBezTo>
                  <a:pt x="11447723" y="1855086"/>
                  <a:pt x="11433517" y="1856080"/>
                  <a:pt x="11425720" y="1857969"/>
                </a:cubicBezTo>
                <a:cubicBezTo>
                  <a:pt x="11418482" y="1862170"/>
                  <a:pt x="11412073" y="1861275"/>
                  <a:pt x="11413463" y="1858490"/>
                </a:cubicBezTo>
                <a:cubicBezTo>
                  <a:pt x="11412902" y="1856178"/>
                  <a:pt x="11403155" y="1858539"/>
                  <a:pt x="11390069" y="1864157"/>
                </a:cubicBezTo>
                <a:cubicBezTo>
                  <a:pt x="11378933" y="1869304"/>
                  <a:pt x="11345793" y="1877333"/>
                  <a:pt x="11318501" y="1883945"/>
                </a:cubicBezTo>
                <a:cubicBezTo>
                  <a:pt x="11286751" y="1889190"/>
                  <a:pt x="11276442" y="1889239"/>
                  <a:pt x="11289528" y="1883620"/>
                </a:cubicBezTo>
                <a:cubicBezTo>
                  <a:pt x="11302614" y="1878001"/>
                  <a:pt x="11313190" y="1870543"/>
                  <a:pt x="11315409" y="1862660"/>
                </a:cubicBezTo>
                <a:cubicBezTo>
                  <a:pt x="11320965" y="1851522"/>
                  <a:pt x="11329591" y="1844535"/>
                  <a:pt x="11350475" y="1837028"/>
                </a:cubicBezTo>
                <a:cubicBezTo>
                  <a:pt x="11367459" y="1830464"/>
                  <a:pt x="11378595" y="1825318"/>
                  <a:pt x="11374136" y="1823951"/>
                </a:cubicBezTo>
                <a:cubicBezTo>
                  <a:pt x="11369677" y="1822582"/>
                  <a:pt x="11368557" y="1817958"/>
                  <a:pt x="11369385" y="1812860"/>
                </a:cubicBezTo>
                <a:cubicBezTo>
                  <a:pt x="11370214" y="1807763"/>
                  <a:pt x="11367705" y="1805923"/>
                  <a:pt x="11365756" y="1806395"/>
                </a:cubicBezTo>
                <a:cubicBezTo>
                  <a:pt x="11356569" y="1811070"/>
                  <a:pt x="11318724" y="1842272"/>
                  <a:pt x="11311217" y="1853883"/>
                </a:cubicBezTo>
                <a:cubicBezTo>
                  <a:pt x="11297034" y="1872009"/>
                  <a:pt x="11200416" y="1907658"/>
                  <a:pt x="11197614" y="1896096"/>
                </a:cubicBezTo>
                <a:cubicBezTo>
                  <a:pt x="11194544" y="1891944"/>
                  <a:pt x="11205388" y="1877075"/>
                  <a:pt x="11218183" y="1861734"/>
                </a:cubicBezTo>
                <a:cubicBezTo>
                  <a:pt x="11239044" y="1837095"/>
                  <a:pt x="11244891" y="1835678"/>
                  <a:pt x="11294456" y="1818773"/>
                </a:cubicBezTo>
                <a:cubicBezTo>
                  <a:pt x="11323137" y="1809376"/>
                  <a:pt x="11344580" y="1804181"/>
                  <a:pt x="11338172" y="1803286"/>
                </a:cubicBezTo>
                <a:cubicBezTo>
                  <a:pt x="11332324" y="1804703"/>
                  <a:pt x="11327865" y="1803334"/>
                  <a:pt x="11326744" y="1798710"/>
                </a:cubicBezTo>
                <a:cubicBezTo>
                  <a:pt x="11324503" y="1789460"/>
                  <a:pt x="11338979" y="1781057"/>
                  <a:pt x="11352915" y="1787473"/>
                </a:cubicBezTo>
                <a:cubicBezTo>
                  <a:pt x="11363784" y="1789736"/>
                  <a:pt x="11364343" y="1792048"/>
                  <a:pt x="11361005" y="1795305"/>
                </a:cubicBezTo>
                <a:cubicBezTo>
                  <a:pt x="11355156" y="1796722"/>
                  <a:pt x="11355717" y="1799035"/>
                  <a:pt x="11364635" y="1801770"/>
                </a:cubicBezTo>
                <a:cubicBezTo>
                  <a:pt x="11371044" y="1802666"/>
                  <a:pt x="11378841" y="1800777"/>
                  <a:pt x="11381620" y="1795207"/>
                </a:cubicBezTo>
                <a:cubicBezTo>
                  <a:pt x="11393585" y="1784964"/>
                  <a:pt x="11450655" y="1756448"/>
                  <a:pt x="11450386" y="1763858"/>
                </a:cubicBezTo>
                <a:cubicBezTo>
                  <a:pt x="11448998" y="1766642"/>
                  <a:pt x="11445659" y="1769900"/>
                  <a:pt x="11439810" y="1771317"/>
                </a:cubicBezTo>
                <a:cubicBezTo>
                  <a:pt x="11436472" y="1774573"/>
                  <a:pt x="11429235" y="1778775"/>
                  <a:pt x="11426456" y="1784344"/>
                </a:cubicBezTo>
                <a:cubicBezTo>
                  <a:pt x="11421728" y="1790387"/>
                  <a:pt x="11426188" y="1791754"/>
                  <a:pt x="11442612" y="1782878"/>
                </a:cubicBezTo>
                <a:cubicBezTo>
                  <a:pt x="11456258" y="1779572"/>
                  <a:pt x="11468223" y="1769329"/>
                  <a:pt x="11470441" y="1761447"/>
                </a:cubicBezTo>
                <a:cubicBezTo>
                  <a:pt x="11472659" y="1753565"/>
                  <a:pt x="11493251" y="1736335"/>
                  <a:pt x="11512455" y="1721890"/>
                </a:cubicBezTo>
                <a:cubicBezTo>
                  <a:pt x="11533606" y="1706972"/>
                  <a:pt x="11554198" y="1689743"/>
                  <a:pt x="11560876" y="1683228"/>
                </a:cubicBezTo>
                <a:cubicBezTo>
                  <a:pt x="11570330" y="1671145"/>
                  <a:pt x="11570330" y="1671145"/>
                  <a:pt x="11553346" y="1677708"/>
                </a:cubicBezTo>
                <a:cubicBezTo>
                  <a:pt x="11534411" y="1684743"/>
                  <a:pt x="11529392" y="1681063"/>
                  <a:pt x="11529929" y="1666244"/>
                </a:cubicBezTo>
                <a:cubicBezTo>
                  <a:pt x="11530198" y="1658834"/>
                  <a:pt x="11534926" y="1652793"/>
                  <a:pt x="11544673" y="1650431"/>
                </a:cubicBezTo>
                <a:cubicBezTo>
                  <a:pt x="11553860" y="1645757"/>
                  <a:pt x="11559149" y="1642028"/>
                  <a:pt x="11554129" y="1638347"/>
                </a:cubicBezTo>
                <a:cubicBezTo>
                  <a:pt x="11551059" y="1634195"/>
                  <a:pt x="11552717" y="1624000"/>
                  <a:pt x="11558274" y="1612862"/>
                </a:cubicBezTo>
                <a:cubicBezTo>
                  <a:pt x="11567998" y="1593368"/>
                  <a:pt x="11567998" y="1593368"/>
                  <a:pt x="11567998" y="1593368"/>
                </a:cubicBezTo>
                <a:cubicBezTo>
                  <a:pt x="11549892" y="1595306"/>
                  <a:pt x="11549892" y="1595306"/>
                  <a:pt x="11549892" y="1595306"/>
                </a:cubicBezTo>
                <a:cubicBezTo>
                  <a:pt x="11531787" y="1597244"/>
                  <a:pt x="11529838" y="1597716"/>
                  <a:pt x="11537344" y="1586105"/>
                </a:cubicBezTo>
                <a:cubicBezTo>
                  <a:pt x="11541512" y="1577751"/>
                  <a:pt x="11548189" y="1571237"/>
                  <a:pt x="11552087" y="1570292"/>
                </a:cubicBezTo>
                <a:cubicBezTo>
                  <a:pt x="11557376" y="1566563"/>
                  <a:pt x="11562663" y="1562833"/>
                  <a:pt x="11565442" y="1557264"/>
                </a:cubicBezTo>
                <a:cubicBezTo>
                  <a:pt x="11570169" y="1551222"/>
                  <a:pt x="11564322" y="1552639"/>
                  <a:pt x="11547337" y="1559202"/>
                </a:cubicBezTo>
                <a:cubicBezTo>
                  <a:pt x="11533691" y="1562508"/>
                  <a:pt x="11525064" y="1569495"/>
                  <a:pt x="11529523" y="1570862"/>
                </a:cubicBezTo>
                <a:cubicBezTo>
                  <a:pt x="11538442" y="1573598"/>
                  <a:pt x="11525379" y="1596349"/>
                  <a:pt x="11509515" y="1607537"/>
                </a:cubicBezTo>
                <a:cubicBezTo>
                  <a:pt x="11502838" y="1614051"/>
                  <a:pt x="11502838" y="1614051"/>
                  <a:pt x="11512585" y="1611690"/>
                </a:cubicBezTo>
                <a:cubicBezTo>
                  <a:pt x="11520383" y="1609800"/>
                  <a:pt x="11524842" y="1611168"/>
                  <a:pt x="11527352" y="1613009"/>
                </a:cubicBezTo>
                <a:cubicBezTo>
                  <a:pt x="11528471" y="1617633"/>
                  <a:pt x="11524573" y="1618578"/>
                  <a:pt x="11518724" y="1619995"/>
                </a:cubicBezTo>
                <a:cubicBezTo>
                  <a:pt x="11512316" y="1619099"/>
                  <a:pt x="11510368" y="1619571"/>
                  <a:pt x="11515386" y="1623252"/>
                </a:cubicBezTo>
                <a:cubicBezTo>
                  <a:pt x="11518456" y="1627404"/>
                  <a:pt x="11515678" y="1632974"/>
                  <a:pt x="11505931" y="1635335"/>
                </a:cubicBezTo>
                <a:cubicBezTo>
                  <a:pt x="11496744" y="1640010"/>
                  <a:pt x="11494794" y="1640481"/>
                  <a:pt x="11501764" y="1643689"/>
                </a:cubicBezTo>
                <a:cubicBezTo>
                  <a:pt x="11506222" y="1645057"/>
                  <a:pt x="11507343" y="1649682"/>
                  <a:pt x="11498156" y="1654356"/>
                </a:cubicBezTo>
                <a:cubicBezTo>
                  <a:pt x="11491479" y="1660870"/>
                  <a:pt x="11481732" y="1663232"/>
                  <a:pt x="11477272" y="1661864"/>
                </a:cubicBezTo>
                <a:cubicBezTo>
                  <a:pt x="11473373" y="1662809"/>
                  <a:pt x="11461409" y="1673052"/>
                  <a:pt x="11452513" y="1687448"/>
                </a:cubicBezTo>
                <a:cubicBezTo>
                  <a:pt x="11443058" y="1699532"/>
                  <a:pt x="11436940" y="1708358"/>
                  <a:pt x="11433871" y="1704206"/>
                </a:cubicBezTo>
                <a:cubicBezTo>
                  <a:pt x="11432751" y="1699581"/>
                  <a:pt x="11421614" y="1704727"/>
                  <a:pt x="11406580" y="1710818"/>
                </a:cubicBezTo>
                <a:cubicBezTo>
                  <a:pt x="11392104" y="1719221"/>
                  <a:pt x="11382356" y="1721583"/>
                  <a:pt x="11383186" y="1716486"/>
                </a:cubicBezTo>
                <a:cubicBezTo>
                  <a:pt x="11386524" y="1713228"/>
                  <a:pt x="11386793" y="1705819"/>
                  <a:pt x="11385673" y="1701194"/>
                </a:cubicBezTo>
                <a:cubicBezTo>
                  <a:pt x="11386502" y="1696097"/>
                  <a:pt x="11382603" y="1697042"/>
                  <a:pt x="11373147" y="1709125"/>
                </a:cubicBezTo>
                <a:cubicBezTo>
                  <a:pt x="11366470" y="1715639"/>
                  <a:pt x="11359792" y="1722154"/>
                  <a:pt x="11356723" y="1718001"/>
                </a:cubicBezTo>
                <a:cubicBezTo>
                  <a:pt x="11349194" y="1712480"/>
                  <a:pt x="11370614" y="1690153"/>
                  <a:pt x="11380922" y="1690104"/>
                </a:cubicBezTo>
                <a:cubicBezTo>
                  <a:pt x="11387330" y="1691000"/>
                  <a:pt x="11394008" y="1684485"/>
                  <a:pt x="11398175" y="1676131"/>
                </a:cubicBezTo>
                <a:cubicBezTo>
                  <a:pt x="11403171" y="1662679"/>
                  <a:pt x="11402051" y="1658055"/>
                  <a:pt x="11394813" y="1662256"/>
                </a:cubicBezTo>
                <a:cubicBezTo>
                  <a:pt x="11390914" y="1663201"/>
                  <a:pt x="11387576" y="1666458"/>
                  <a:pt x="11386747" y="1671555"/>
                </a:cubicBezTo>
                <a:cubicBezTo>
                  <a:pt x="11385359" y="1674340"/>
                  <a:pt x="11374783" y="1681798"/>
                  <a:pt x="11359747" y="1687890"/>
                </a:cubicBezTo>
                <a:cubicBezTo>
                  <a:pt x="11344151" y="1691668"/>
                  <a:pt x="11331626" y="1699599"/>
                  <a:pt x="11330797" y="1704696"/>
                </a:cubicBezTo>
                <a:cubicBezTo>
                  <a:pt x="11329699" y="1717203"/>
                  <a:pt x="11292123" y="1740996"/>
                  <a:pt x="11281816" y="1741046"/>
                </a:cubicBezTo>
                <a:cubicBezTo>
                  <a:pt x="11265101" y="1740199"/>
                  <a:pt x="11270656" y="1729059"/>
                  <a:pt x="11289591" y="1722024"/>
                </a:cubicBezTo>
                <a:cubicBezTo>
                  <a:pt x="11298778" y="1717350"/>
                  <a:pt x="11311303" y="1709419"/>
                  <a:pt x="11316591" y="1705690"/>
                </a:cubicBezTo>
                <a:cubicBezTo>
                  <a:pt x="11323268" y="1699176"/>
                  <a:pt x="11318809" y="1697808"/>
                  <a:pt x="11299315" y="1702531"/>
                </a:cubicBezTo>
                <a:cubicBezTo>
                  <a:pt x="11283159" y="1703997"/>
                  <a:pt x="11265614" y="1708247"/>
                  <a:pt x="11256427" y="1712921"/>
                </a:cubicBezTo>
                <a:cubicBezTo>
                  <a:pt x="11246680" y="1715282"/>
                  <a:pt x="11242222" y="1713915"/>
                  <a:pt x="11243051" y="1708817"/>
                </a:cubicBezTo>
                <a:cubicBezTo>
                  <a:pt x="11243879" y="1703721"/>
                  <a:pt x="11239420" y="1702353"/>
                  <a:pt x="11226895" y="1710284"/>
                </a:cubicBezTo>
                <a:cubicBezTo>
                  <a:pt x="11203233" y="1723361"/>
                  <a:pt x="11208789" y="1712222"/>
                  <a:pt x="11231891" y="1696832"/>
                </a:cubicBezTo>
                <a:cubicBezTo>
                  <a:pt x="11244977" y="1691214"/>
                  <a:pt x="11250826" y="1689797"/>
                  <a:pt x="11249997" y="1694894"/>
                </a:cubicBezTo>
                <a:cubicBezTo>
                  <a:pt x="11249167" y="1699991"/>
                  <a:pt x="11255015" y="1698574"/>
                  <a:pt x="11271439" y="1689699"/>
                </a:cubicBezTo>
                <a:cubicBezTo>
                  <a:pt x="11285914" y="1681296"/>
                  <a:pt x="11295662" y="1678934"/>
                  <a:pt x="11304580" y="1681670"/>
                </a:cubicBezTo>
                <a:cubicBezTo>
                  <a:pt x="11311549" y="1684877"/>
                  <a:pt x="11315447" y="1683933"/>
                  <a:pt x="11323514" y="1674634"/>
                </a:cubicBezTo>
                <a:cubicBezTo>
                  <a:pt x="11334358" y="1659765"/>
                  <a:pt x="11369448" y="1651265"/>
                  <a:pt x="11371689" y="1660514"/>
                </a:cubicBezTo>
                <a:cubicBezTo>
                  <a:pt x="11372810" y="1665139"/>
                  <a:pt x="11375879" y="1669292"/>
                  <a:pt x="11380339" y="1670660"/>
                </a:cubicBezTo>
                <a:cubicBezTo>
                  <a:pt x="11383408" y="1674812"/>
                  <a:pt x="11381728" y="1667874"/>
                  <a:pt x="11377538" y="1659097"/>
                </a:cubicBezTo>
                <a:cubicBezTo>
                  <a:pt x="11370277" y="1646168"/>
                  <a:pt x="11371666" y="1643383"/>
                  <a:pt x="11382242" y="1635924"/>
                </a:cubicBezTo>
                <a:cubicBezTo>
                  <a:pt x="11389479" y="1631722"/>
                  <a:pt x="11377783" y="1634556"/>
                  <a:pt x="11357460" y="1644376"/>
                </a:cubicBezTo>
                <a:cubicBezTo>
                  <a:pt x="11334627" y="1652356"/>
                  <a:pt x="11313183" y="1657551"/>
                  <a:pt x="11308724" y="1656184"/>
                </a:cubicBezTo>
                <a:cubicBezTo>
                  <a:pt x="11299806" y="1653448"/>
                  <a:pt x="11303145" y="1650191"/>
                  <a:pt x="11326538" y="1644523"/>
                </a:cubicBezTo>
                <a:cubicBezTo>
                  <a:pt x="11339623" y="1638904"/>
                  <a:pt x="11337114" y="1637064"/>
                  <a:pt x="11316500" y="1637163"/>
                </a:cubicBezTo>
                <a:cubicBezTo>
                  <a:pt x="11299783" y="1636316"/>
                  <a:pt x="11310359" y="1628857"/>
                  <a:pt x="11352955" y="1608745"/>
                </a:cubicBezTo>
                <a:cubicBezTo>
                  <a:pt x="11375227" y="1598452"/>
                  <a:pt x="11394990" y="1586320"/>
                  <a:pt x="11396379" y="1583535"/>
                </a:cubicBezTo>
                <a:cubicBezTo>
                  <a:pt x="11395819" y="1581222"/>
                  <a:pt x="11401937" y="1572396"/>
                  <a:pt x="11411123" y="1567722"/>
                </a:cubicBezTo>
                <a:cubicBezTo>
                  <a:pt x="11421139" y="1557951"/>
                  <a:pt x="11423358" y="1550069"/>
                  <a:pt x="11420556" y="1538506"/>
                </a:cubicBezTo>
                <a:cubicBezTo>
                  <a:pt x="11417754" y="1526944"/>
                  <a:pt x="11422191" y="1511180"/>
                  <a:pt x="11435253" y="1488430"/>
                </a:cubicBezTo>
                <a:cubicBezTo>
                  <a:pt x="11444978" y="1468937"/>
                  <a:pt x="11449974" y="1455485"/>
                  <a:pt x="11447464" y="1453645"/>
                </a:cubicBezTo>
                <a:cubicBezTo>
                  <a:pt x="11443565" y="1454589"/>
                  <a:pt x="11436328" y="1458791"/>
                  <a:pt x="11433550" y="1464361"/>
                </a:cubicBezTo>
                <a:cubicBezTo>
                  <a:pt x="11429942" y="1475028"/>
                  <a:pt x="11427994" y="1475500"/>
                  <a:pt x="11427141" y="1463465"/>
                </a:cubicBezTo>
                <a:cubicBezTo>
                  <a:pt x="11424340" y="1451903"/>
                  <a:pt x="11429628" y="1448173"/>
                  <a:pt x="11455799" y="1436936"/>
                </a:cubicBezTo>
                <a:cubicBezTo>
                  <a:pt x="11474174" y="1427588"/>
                  <a:pt x="11486698" y="1419658"/>
                  <a:pt x="11486967" y="1412248"/>
                </a:cubicBezTo>
                <a:cubicBezTo>
                  <a:pt x="11489745" y="1406678"/>
                  <a:pt x="11497252" y="1395067"/>
                  <a:pt x="11505318" y="1385768"/>
                </a:cubicBezTo>
                <a:cubicBezTo>
                  <a:pt x="11514774" y="1373684"/>
                  <a:pt x="11516162" y="1370900"/>
                  <a:pt x="11507537" y="1377886"/>
                </a:cubicBezTo>
                <a:cubicBezTo>
                  <a:pt x="11500299" y="1382088"/>
                  <a:pt x="11489723" y="1389546"/>
                  <a:pt x="11480536" y="1394221"/>
                </a:cubicBezTo>
                <a:cubicBezTo>
                  <a:pt x="11468010" y="1402152"/>
                  <a:pt x="11468010" y="1402152"/>
                  <a:pt x="11476076" y="1392852"/>
                </a:cubicBezTo>
                <a:cubicBezTo>
                  <a:pt x="11482754" y="1386339"/>
                  <a:pt x="11490820" y="1377040"/>
                  <a:pt x="11495549" y="1370998"/>
                </a:cubicBezTo>
                <a:cubicBezTo>
                  <a:pt x="11514190" y="1354240"/>
                  <a:pt x="11457680" y="1385069"/>
                  <a:pt x="11437648" y="1404611"/>
                </a:cubicBezTo>
                <a:cubicBezTo>
                  <a:pt x="11427633" y="1414382"/>
                  <a:pt x="11413157" y="1422785"/>
                  <a:pt x="11405360" y="1424675"/>
                </a:cubicBezTo>
                <a:cubicBezTo>
                  <a:pt x="11393103" y="1425196"/>
                  <a:pt x="11393103" y="1425196"/>
                  <a:pt x="11406458" y="1412168"/>
                </a:cubicBezTo>
                <a:cubicBezTo>
                  <a:pt x="11421201" y="1396355"/>
                  <a:pt x="11415622" y="1390362"/>
                  <a:pt x="11398928" y="1406648"/>
                </a:cubicBezTo>
                <a:cubicBezTo>
                  <a:pt x="11390303" y="1413633"/>
                  <a:pt x="11377776" y="1421565"/>
                  <a:pt x="11369150" y="1428551"/>
                </a:cubicBezTo>
                <a:cubicBezTo>
                  <a:pt x="11354675" y="1436955"/>
                  <a:pt x="11352166" y="1435114"/>
                  <a:pt x="11354384" y="1427232"/>
                </a:cubicBezTo>
                <a:cubicBezTo>
                  <a:pt x="11357163" y="1421663"/>
                  <a:pt x="11356870" y="1411941"/>
                  <a:pt x="11355189" y="1405003"/>
                </a:cubicBezTo>
                <a:cubicBezTo>
                  <a:pt x="11353510" y="1398066"/>
                  <a:pt x="11354046" y="1383247"/>
                  <a:pt x="11356534" y="1367955"/>
                </a:cubicBezTo>
                <a:cubicBezTo>
                  <a:pt x="11361530" y="1354503"/>
                  <a:pt x="11362067" y="1339684"/>
                  <a:pt x="11361506" y="1337371"/>
                </a:cubicBezTo>
                <a:cubicBezTo>
                  <a:pt x="11360387" y="1332747"/>
                  <a:pt x="11363433" y="1319768"/>
                  <a:pt x="11366481" y="1306788"/>
                </a:cubicBezTo>
                <a:cubicBezTo>
                  <a:pt x="11375352" y="1275261"/>
                  <a:pt x="11371453" y="1276205"/>
                  <a:pt x="11354223" y="1307310"/>
                </a:cubicBezTo>
                <a:cubicBezTo>
                  <a:pt x="11347277" y="1321233"/>
                  <a:pt x="11335872" y="1333790"/>
                  <a:pt x="11320837" y="1339880"/>
                </a:cubicBezTo>
                <a:cubicBezTo>
                  <a:pt x="11309701" y="1345027"/>
                  <a:pt x="11295226" y="1353429"/>
                  <a:pt x="11288549" y="1359944"/>
                </a:cubicBezTo>
                <a:cubicBezTo>
                  <a:pt x="11277974" y="1367403"/>
                  <a:pt x="11277974" y="1367403"/>
                  <a:pt x="11287406" y="1338187"/>
                </a:cubicBezTo>
                <a:cubicBezTo>
                  <a:pt x="11294620" y="1316854"/>
                  <a:pt x="11294888" y="1309444"/>
                  <a:pt x="11289600" y="1313173"/>
                </a:cubicBezTo>
                <a:cubicBezTo>
                  <a:pt x="11277904" y="1316007"/>
                  <a:pt x="11274274" y="1309542"/>
                  <a:pt x="11281219" y="1295618"/>
                </a:cubicBezTo>
                <a:cubicBezTo>
                  <a:pt x="11286777" y="1284479"/>
                  <a:pt x="11352496" y="1266109"/>
                  <a:pt x="11404862" y="1260767"/>
                </a:cubicBezTo>
                <a:cubicBezTo>
                  <a:pt x="11414609" y="1258405"/>
                  <a:pt x="11422408" y="1256516"/>
                  <a:pt x="11421847" y="1254203"/>
                </a:cubicBezTo>
                <a:cubicBezTo>
                  <a:pt x="11420726" y="1249579"/>
                  <a:pt x="11368360" y="1254920"/>
                  <a:pt x="11331321" y="1263895"/>
                </a:cubicBezTo>
                <a:cubicBezTo>
                  <a:pt x="11315726" y="1267673"/>
                  <a:pt x="11301520" y="1268666"/>
                  <a:pt x="11299570" y="1269139"/>
                </a:cubicBezTo>
                <a:cubicBezTo>
                  <a:pt x="11294552" y="1265459"/>
                  <a:pt x="11310100" y="1227416"/>
                  <a:pt x="11319847" y="1225055"/>
                </a:cubicBezTo>
                <a:cubicBezTo>
                  <a:pt x="11323186" y="1221798"/>
                  <a:pt x="11327353" y="1213444"/>
                  <a:pt x="11329573" y="1205561"/>
                </a:cubicBezTo>
                <a:cubicBezTo>
                  <a:pt x="11331790" y="1197680"/>
                  <a:pt x="11338736" y="1183756"/>
                  <a:pt x="11348752" y="1173985"/>
                </a:cubicBezTo>
                <a:cubicBezTo>
                  <a:pt x="11356818" y="1164686"/>
                  <a:pt x="11360985" y="1156332"/>
                  <a:pt x="11356526" y="1154963"/>
                </a:cubicBezTo>
                <a:cubicBezTo>
                  <a:pt x="11352628" y="1155909"/>
                  <a:pt x="11347340" y="1159638"/>
                  <a:pt x="11344001" y="1162894"/>
                </a:cubicBezTo>
                <a:cubicBezTo>
                  <a:pt x="11341222" y="1168464"/>
                  <a:pt x="11336495" y="1174506"/>
                  <a:pt x="11331767" y="1180547"/>
                </a:cubicBezTo>
                <a:cubicBezTo>
                  <a:pt x="11323140" y="1187534"/>
                  <a:pt x="11322581" y="1185222"/>
                  <a:pt x="11328965" y="1168985"/>
                </a:cubicBezTo>
                <a:cubicBezTo>
                  <a:pt x="11335083" y="1160159"/>
                  <a:pt x="11350655" y="1139249"/>
                  <a:pt x="11364009" y="1126220"/>
                </a:cubicBezTo>
                <a:cubicBezTo>
                  <a:pt x="11384042" y="1106679"/>
                  <a:pt x="11386819" y="1101109"/>
                  <a:pt x="11374295" y="1109039"/>
                </a:cubicBezTo>
                <a:cubicBezTo>
                  <a:pt x="11334768" y="1133305"/>
                  <a:pt x="11328920" y="1134722"/>
                  <a:pt x="11334209" y="1130992"/>
                </a:cubicBezTo>
                <a:cubicBezTo>
                  <a:pt x="11342274" y="1121694"/>
                  <a:pt x="11335574" y="1111076"/>
                  <a:pt x="11326388" y="1115750"/>
                </a:cubicBezTo>
                <a:cubicBezTo>
                  <a:pt x="11307453" y="1122785"/>
                  <a:pt x="11324976" y="1101403"/>
                  <a:pt x="11351976" y="1085068"/>
                </a:cubicBezTo>
                <a:cubicBezTo>
                  <a:pt x="11368401" y="1076193"/>
                  <a:pt x="11377026" y="1069207"/>
                  <a:pt x="11371178" y="1070624"/>
                </a:cubicBezTo>
                <a:cubicBezTo>
                  <a:pt x="11361992" y="1075297"/>
                  <a:pt x="11361431" y="1072985"/>
                  <a:pt x="11367548" y="1064159"/>
                </a:cubicBezTo>
                <a:cubicBezTo>
                  <a:pt x="11377004" y="1052075"/>
                  <a:pt x="11365284" y="1037777"/>
                  <a:pt x="11346351" y="1044812"/>
                </a:cubicBezTo>
                <a:cubicBezTo>
                  <a:pt x="11321568" y="1053264"/>
                  <a:pt x="11330464" y="1038869"/>
                  <a:pt x="11371647" y="1004408"/>
                </a:cubicBezTo>
                <a:cubicBezTo>
                  <a:pt x="11395577" y="983922"/>
                  <a:pt x="11411709" y="965325"/>
                  <a:pt x="11410029" y="958387"/>
                </a:cubicBezTo>
                <a:cubicBezTo>
                  <a:pt x="11411127" y="945880"/>
                  <a:pt x="11418073" y="931956"/>
                  <a:pt x="11445050" y="898490"/>
                </a:cubicBezTo>
                <a:cubicBezTo>
                  <a:pt x="11476195" y="856669"/>
                  <a:pt x="11486456" y="822357"/>
                  <a:pt x="11473056" y="801122"/>
                </a:cubicBezTo>
                <a:cubicBezTo>
                  <a:pt x="11463286" y="786351"/>
                  <a:pt x="11452979" y="786400"/>
                  <a:pt x="11417352" y="809721"/>
                </a:cubicBezTo>
                <a:cubicBezTo>
                  <a:pt x="11376437" y="836771"/>
                  <a:pt x="11277039" y="877990"/>
                  <a:pt x="11272849" y="869213"/>
                </a:cubicBezTo>
                <a:cubicBezTo>
                  <a:pt x="11271728" y="864588"/>
                  <a:pt x="11279795" y="855289"/>
                  <a:pt x="11289810" y="845518"/>
                </a:cubicBezTo>
                <a:cubicBezTo>
                  <a:pt x="11300386" y="838059"/>
                  <a:pt x="11313740" y="825031"/>
                  <a:pt x="11317908" y="816677"/>
                </a:cubicBezTo>
                <a:cubicBezTo>
                  <a:pt x="11321515" y="806010"/>
                  <a:pt x="11336819" y="792509"/>
                  <a:pt x="11349905" y="786890"/>
                </a:cubicBezTo>
                <a:cubicBezTo>
                  <a:pt x="11362430" y="778960"/>
                  <a:pt x="11376345" y="768244"/>
                  <a:pt x="11380512" y="759889"/>
                </a:cubicBezTo>
                <a:cubicBezTo>
                  <a:pt x="11386630" y="751063"/>
                  <a:pt x="11386069" y="748750"/>
                  <a:pt x="11367964" y="750689"/>
                </a:cubicBezTo>
                <a:cubicBezTo>
                  <a:pt x="11349299" y="750314"/>
                  <a:pt x="11346789" y="748475"/>
                  <a:pt x="11340358" y="730447"/>
                </a:cubicBezTo>
                <a:cubicBezTo>
                  <a:pt x="11329176" y="701329"/>
                  <a:pt x="11330833" y="691135"/>
                  <a:pt x="11341970" y="685988"/>
                </a:cubicBezTo>
                <a:cubicBezTo>
                  <a:pt x="11347818" y="684572"/>
                  <a:pt x="11351156" y="681315"/>
                  <a:pt x="11350037" y="676690"/>
                </a:cubicBezTo>
                <a:cubicBezTo>
                  <a:pt x="11349476" y="674377"/>
                  <a:pt x="11344456" y="670697"/>
                  <a:pt x="11343068" y="673482"/>
                </a:cubicBezTo>
                <a:cubicBezTo>
                  <a:pt x="11341118" y="673955"/>
                  <a:pt x="11332760" y="673531"/>
                  <a:pt x="11328301" y="672163"/>
                </a:cubicBezTo>
                <a:cubicBezTo>
                  <a:pt x="11319943" y="671740"/>
                  <a:pt x="11318554" y="674525"/>
                  <a:pt x="11323573" y="678205"/>
                </a:cubicBezTo>
                <a:cubicBezTo>
                  <a:pt x="11326643" y="682357"/>
                  <a:pt x="11327203" y="684671"/>
                  <a:pt x="11325254" y="685143"/>
                </a:cubicBezTo>
                <a:cubicBezTo>
                  <a:pt x="11323305" y="685615"/>
                  <a:pt x="11300204" y="701004"/>
                  <a:pt x="11273763" y="719651"/>
                </a:cubicBezTo>
                <a:cubicBezTo>
                  <a:pt x="11206408" y="765348"/>
                  <a:pt x="11104500" y="804727"/>
                  <a:pt x="11032080" y="812480"/>
                </a:cubicBezTo>
                <a:cubicBezTo>
                  <a:pt x="10986123" y="818718"/>
                  <a:pt x="10950181" y="815184"/>
                  <a:pt x="10947941" y="805935"/>
                </a:cubicBezTo>
                <a:cubicBezTo>
                  <a:pt x="10942630" y="792532"/>
                  <a:pt x="10950966" y="775824"/>
                  <a:pt x="10973215" y="748399"/>
                </a:cubicBezTo>
                <a:cubicBezTo>
                  <a:pt x="11002701" y="716774"/>
                  <a:pt x="11011889" y="712100"/>
                  <a:pt x="11076489" y="689104"/>
                </a:cubicBezTo>
                <a:cubicBezTo>
                  <a:pt x="11095983" y="684381"/>
                  <a:pt x="11122153" y="673144"/>
                  <a:pt x="11134679" y="665213"/>
                </a:cubicBezTo>
                <a:cubicBezTo>
                  <a:pt x="11158340" y="652136"/>
                  <a:pt x="11204858" y="648210"/>
                  <a:pt x="11221305" y="656467"/>
                </a:cubicBezTo>
                <a:cubicBezTo>
                  <a:pt x="11228275" y="659675"/>
                  <a:pt x="11241092" y="661465"/>
                  <a:pt x="11253908" y="663257"/>
                </a:cubicBezTo>
                <a:cubicBezTo>
                  <a:pt x="11266166" y="662735"/>
                  <a:pt x="11277032" y="664999"/>
                  <a:pt x="11277593" y="667311"/>
                </a:cubicBezTo>
                <a:cubicBezTo>
                  <a:pt x="11280103" y="669151"/>
                  <a:pt x="11289020" y="671887"/>
                  <a:pt x="11295429" y="672783"/>
                </a:cubicBezTo>
                <a:cubicBezTo>
                  <a:pt x="11309635" y="671789"/>
                  <a:pt x="11309635" y="671789"/>
                  <a:pt x="11299597" y="664428"/>
                </a:cubicBezTo>
                <a:cubicBezTo>
                  <a:pt x="11291507" y="656595"/>
                  <a:pt x="11291507" y="656595"/>
                  <a:pt x="11298746" y="652394"/>
                </a:cubicBezTo>
                <a:cubicBezTo>
                  <a:pt x="11306542" y="650505"/>
                  <a:pt x="11304033" y="648665"/>
                  <a:pt x="11290656" y="644561"/>
                </a:cubicBezTo>
                <a:cubicBezTo>
                  <a:pt x="11273380" y="641402"/>
                  <a:pt x="11273380" y="641402"/>
                  <a:pt x="11306521" y="633373"/>
                </a:cubicBezTo>
                <a:cubicBezTo>
                  <a:pt x="11327963" y="628177"/>
                  <a:pt x="11337150" y="623504"/>
                  <a:pt x="11332692" y="622136"/>
                </a:cubicBezTo>
                <a:cubicBezTo>
                  <a:pt x="11325722" y="618928"/>
                  <a:pt x="11305668" y="621339"/>
                  <a:pt x="11284784" y="628846"/>
                </a:cubicBezTo>
                <a:cubicBezTo>
                  <a:pt x="11236049" y="640653"/>
                  <a:pt x="11200667" y="639433"/>
                  <a:pt x="11208734" y="630133"/>
                </a:cubicBezTo>
                <a:cubicBezTo>
                  <a:pt x="11214291" y="618995"/>
                  <a:pt x="11196185" y="620933"/>
                  <a:pt x="11136874" y="640200"/>
                </a:cubicBezTo>
                <a:cubicBezTo>
                  <a:pt x="11084800" y="655264"/>
                  <a:pt x="11061676" y="653522"/>
                  <a:pt x="11085607" y="633035"/>
                </a:cubicBezTo>
                <a:cubicBezTo>
                  <a:pt x="11142922" y="579977"/>
                  <a:pt x="11117265" y="559263"/>
                  <a:pt x="11039311" y="595286"/>
                </a:cubicBezTo>
                <a:cubicBezTo>
                  <a:pt x="11009802" y="609780"/>
                  <a:pt x="10994206" y="613560"/>
                  <a:pt x="10993646" y="611247"/>
                </a:cubicBezTo>
                <a:cubicBezTo>
                  <a:pt x="10991405" y="601997"/>
                  <a:pt x="10998642" y="597795"/>
                  <a:pt x="11069627" y="558564"/>
                </a:cubicBezTo>
                <a:cubicBezTo>
                  <a:pt x="11139223" y="522117"/>
                  <a:pt x="11135593" y="515651"/>
                  <a:pt x="11061806" y="543322"/>
                </a:cubicBezTo>
                <a:cubicBezTo>
                  <a:pt x="11016141" y="559281"/>
                  <a:pt x="10994697" y="564476"/>
                  <a:pt x="10999426" y="558435"/>
                </a:cubicBezTo>
                <a:cubicBezTo>
                  <a:pt x="11004153" y="552393"/>
                  <a:pt x="10995795" y="551970"/>
                  <a:pt x="10974911" y="559478"/>
                </a:cubicBezTo>
                <a:cubicBezTo>
                  <a:pt x="10952079" y="567457"/>
                  <a:pt x="10944282" y="569346"/>
                  <a:pt x="10942041" y="560097"/>
                </a:cubicBezTo>
                <a:cubicBezTo>
                  <a:pt x="10939239" y="548534"/>
                  <a:pt x="10963438" y="520638"/>
                  <a:pt x="10990169" y="511713"/>
                </a:cubicBezTo>
                <a:cubicBezTo>
                  <a:pt x="11005205" y="505622"/>
                  <a:pt x="11009932" y="499580"/>
                  <a:pt x="11012419" y="484289"/>
                </a:cubicBezTo>
                <a:cubicBezTo>
                  <a:pt x="11016564" y="458803"/>
                  <a:pt x="11003455" y="447290"/>
                  <a:pt x="10983693" y="459423"/>
                </a:cubicBezTo>
                <a:cubicBezTo>
                  <a:pt x="10967828" y="470611"/>
                  <a:pt x="10957789" y="463249"/>
                  <a:pt x="10968634" y="448381"/>
                </a:cubicBezTo>
                <a:cubicBezTo>
                  <a:pt x="10970511" y="445478"/>
                  <a:pt x="10969830" y="444267"/>
                  <a:pt x="10966583" y="44470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25">
            <a:extLst>
              <a:ext uri="{FF2B5EF4-FFF2-40B4-BE49-F238E27FC236}">
                <a16:creationId xmlns:a16="http://schemas.microsoft.com/office/drawing/2014/main" id="{E0A3B0BD-0FA9-4747-B013-FC8E0CE8F5D3}"/>
              </a:ext>
            </a:extLst>
          </p:cNvPr>
          <p:cNvSpPr txBox="1"/>
          <p:nvPr/>
        </p:nvSpPr>
        <p:spPr>
          <a:xfrm>
            <a:off x="594494" y="279983"/>
            <a:ext cx="4998361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lvl="0" algn="ctr" fontAlgn="base"/>
            <a:r>
              <a:rPr lang="vi-VN" altLang="zh-CN" sz="3200" strike="noStrike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微软雅黑" panose="020B0503020204020204" charset="-122"/>
              </a:rPr>
              <a:t>Các nét trong chữ Hán</a:t>
            </a:r>
            <a:endParaRPr lang="en-US" altLang="zh-CN" sz="3200" strike="noStrike" noProof="1"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微软雅黑" panose="020B0503020204020204" charset="-122"/>
            </a:endParaRPr>
          </a:p>
        </p:txBody>
      </p:sp>
      <p:pic>
        <p:nvPicPr>
          <p:cNvPr id="18" name="Picture 2" descr="https://chinese.com.vn/wp-content/uploads/2016/01/8-net-chu-trong-tieng-trung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61" r="16959"/>
          <a:stretch/>
        </p:blipFill>
        <p:spPr bwMode="auto">
          <a:xfrm>
            <a:off x="378010" y="934752"/>
            <a:ext cx="4988859" cy="5747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0564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0495" y="169131"/>
            <a:ext cx="6341820" cy="535700"/>
          </a:xfrm>
        </p:spPr>
        <p:txBody>
          <a:bodyPr>
            <a:noAutofit/>
          </a:bodyPr>
          <a:lstStyle/>
          <a:p>
            <a:pPr algn="ctr"/>
            <a:r>
              <a:rPr lang="vi-VN" altLang="en-US" sz="2400" b="1" dirty="0">
                <a:sym typeface="+mn-ea"/>
              </a:rPr>
              <a:t>7 QUY TẮC VIẾT CHỮ HÁN CƠ BẢN</a:t>
            </a:r>
            <a:endParaRPr lang="vi-VN" altLang="en-US" sz="2400" b="1" dirty="0"/>
          </a:p>
        </p:txBody>
      </p:sp>
      <p:pic>
        <p:nvPicPr>
          <p:cNvPr id="6" name="Picture 2" descr="D:\education\tu lieu\quy-tac-viet-chu-han1.gif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17435" y="1338550"/>
            <a:ext cx="2559947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882050" y="805015"/>
            <a:ext cx="2795332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vi-VN" sz="200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1. </a:t>
            </a:r>
            <a:r>
              <a:rPr lang="en-US" sz="200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Ngang</a:t>
            </a:r>
            <a:r>
              <a:rPr lang="en-US" sz="200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n-US" sz="200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trước</a:t>
            </a:r>
            <a:r>
              <a:rPr lang="en-US" sz="200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, </a:t>
            </a:r>
            <a:r>
              <a:rPr lang="en-US" sz="200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sổ</a:t>
            </a:r>
            <a:r>
              <a:rPr lang="en-US" sz="200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n-US" sz="200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sau</a:t>
            </a:r>
            <a:endParaRPr lang="en-US" sz="2000" dirty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9" name="Picture 3" descr="D:\education\tu lieu\quy-tac-viet-chu-han2.gif"/>
          <p:cNvPicPr>
            <a:picLocks noChangeAspect="1" noChangeArrowheads="1" noCrop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22729" y="1346055"/>
            <a:ext cx="2559947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4564215" y="805015"/>
            <a:ext cx="2876974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vi-VN" sz="200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2. </a:t>
            </a:r>
            <a:r>
              <a:rPr lang="en-US" sz="200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Phẩy</a:t>
            </a:r>
            <a:r>
              <a:rPr lang="en-US" sz="200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n-US" sz="200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trước</a:t>
            </a:r>
            <a:r>
              <a:rPr lang="en-US" sz="200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, </a:t>
            </a:r>
            <a:r>
              <a:rPr lang="en-US" sz="200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mác</a:t>
            </a:r>
            <a:r>
              <a:rPr lang="en-US" sz="200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n-US" sz="200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sau</a:t>
            </a:r>
            <a:endParaRPr lang="en-US" sz="2000" dirty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3" name="Picture 4" descr="D:\education\tu lieu\quy-tac-viet-chu-han-5.gif"/>
          <p:cNvPicPr>
            <a:picLocks noChangeAspect="1" noChangeArrowheads="1" noCrop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257248" y="1338550"/>
            <a:ext cx="2559947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7953344" y="826605"/>
            <a:ext cx="2923576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vi-VN" sz="200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3. </a:t>
            </a:r>
            <a:r>
              <a:rPr lang="en-US" sz="200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Trên</a:t>
            </a:r>
            <a:r>
              <a:rPr lang="en-US" sz="200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n-US" sz="200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trước</a:t>
            </a:r>
            <a:r>
              <a:rPr lang="en-US" sz="200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, </a:t>
            </a:r>
            <a:r>
              <a:rPr lang="en-US" sz="200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dưới</a:t>
            </a:r>
            <a:r>
              <a:rPr lang="en-US" sz="200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n-US" sz="200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sau</a:t>
            </a:r>
            <a:endParaRPr lang="en-US" sz="2000" dirty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7" name="Picture 5" descr="D:\education\tu lieu\quy-tac-viet-chu-han-3.gif"/>
          <p:cNvPicPr>
            <a:picLocks noChangeAspect="1" noChangeArrowheads="1" noCrop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35204" y="4621014"/>
            <a:ext cx="2350751" cy="2099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/>
          <p:cNvSpPr/>
          <p:nvPr/>
        </p:nvSpPr>
        <p:spPr>
          <a:xfrm>
            <a:off x="652298" y="3911339"/>
            <a:ext cx="175269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vi-VN" sz="200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4. </a:t>
            </a:r>
            <a:r>
              <a:rPr lang="en-US" sz="200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Trái</a:t>
            </a:r>
            <a:r>
              <a:rPr lang="en-US" sz="200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n-US" sz="200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trước</a:t>
            </a:r>
            <a:r>
              <a:rPr lang="en-US" sz="200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, </a:t>
            </a:r>
            <a:r>
              <a:rPr lang="en-US" sz="200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phải</a:t>
            </a:r>
            <a:r>
              <a:rPr lang="en-US" sz="200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n-US" sz="200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sau</a:t>
            </a:r>
            <a:endParaRPr lang="en-US" sz="2000" dirty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21" name="Picture 6" descr="D:\education\tu lieu\quy-tac-viet-chu-han-6.gif"/>
          <p:cNvPicPr>
            <a:picLocks noChangeAspect="1" noChangeArrowheads="1" noCrop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259294" y="4621014"/>
            <a:ext cx="2350753" cy="2099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/>
        </p:nvSpPr>
        <p:spPr>
          <a:xfrm>
            <a:off x="3262050" y="3911339"/>
            <a:ext cx="2231786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vi-VN" sz="200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5. </a:t>
            </a:r>
            <a:r>
              <a:rPr lang="en-US" sz="200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Ngoài</a:t>
            </a:r>
            <a:r>
              <a:rPr lang="en-US" sz="200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n-US" sz="200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trước</a:t>
            </a:r>
            <a:r>
              <a:rPr lang="en-US" sz="200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, </a:t>
            </a:r>
            <a:r>
              <a:rPr lang="en-US" sz="200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trong</a:t>
            </a:r>
            <a:r>
              <a:rPr lang="en-US" sz="200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n-US" sz="200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sau</a:t>
            </a:r>
            <a:endParaRPr lang="en-US" sz="2000" dirty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25" name="Picture 7" descr="D:\education\tu lieu\quy-tac-viet-chu-han-7.gif"/>
          <p:cNvPicPr>
            <a:picLocks noChangeAspect="1" noChangeArrowheads="1" noCrop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161216" y="4619225"/>
            <a:ext cx="2350753" cy="2099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26"/>
          <p:cNvSpPr/>
          <p:nvPr/>
        </p:nvSpPr>
        <p:spPr>
          <a:xfrm>
            <a:off x="8823278" y="3911339"/>
            <a:ext cx="199391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vi-VN" sz="200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7. </a:t>
            </a:r>
            <a:r>
              <a:rPr lang="en-US" sz="200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Giữa</a:t>
            </a:r>
            <a:r>
              <a:rPr lang="en-US" sz="200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n-US" sz="200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trước</a:t>
            </a:r>
            <a:r>
              <a:rPr lang="en-US" sz="200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, </a:t>
            </a:r>
            <a:r>
              <a:rPr lang="en-US" sz="200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hai</a:t>
            </a:r>
            <a:r>
              <a:rPr lang="en-US" sz="200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n-US" sz="200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bên</a:t>
            </a:r>
            <a:r>
              <a:rPr lang="en-US" sz="200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n-US" sz="200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sau</a:t>
            </a:r>
            <a:endParaRPr lang="en-US" sz="2000" dirty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29" name="Picture 8" descr="D:\education\tu lieu\quy-tac-viet-chu-han-4.gif"/>
          <p:cNvPicPr>
            <a:picLocks noChangeAspect="1" noChangeArrowheads="1" noCrop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844916" y="4619225"/>
            <a:ext cx="2350751" cy="2099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30"/>
          <p:cNvSpPr/>
          <p:nvPr/>
        </p:nvSpPr>
        <p:spPr>
          <a:xfrm>
            <a:off x="6284527" y="3889749"/>
            <a:ext cx="188399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vi-VN" sz="200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6. </a:t>
            </a:r>
            <a:r>
              <a:rPr lang="en-US" sz="200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Vào</a:t>
            </a:r>
            <a:r>
              <a:rPr lang="en-US" sz="200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n-US" sz="200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trước</a:t>
            </a:r>
            <a:r>
              <a:rPr lang="en-US" sz="200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, </a:t>
            </a:r>
            <a:r>
              <a:rPr lang="en-US" sz="200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đóng</a:t>
            </a:r>
            <a:r>
              <a:rPr lang="en-US" sz="200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n-US" sz="200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sau</a:t>
            </a:r>
            <a:endParaRPr lang="en-US" sz="2000" dirty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03027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2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1" grpId="0"/>
      <p:bldP spid="15" grpId="0"/>
      <p:bldP spid="19" grpId="0"/>
      <p:bldP spid="23" grpId="0"/>
      <p:bldP spid="27" grpId="0"/>
      <p:bldP spid="3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3840x2160 Làng Lệ Giang ❤ Hình nền máy tính để bàn 4K HD cho TV 4K Ultra HD">
            <a:extLst>
              <a:ext uri="{FF2B5EF4-FFF2-40B4-BE49-F238E27FC236}">
                <a16:creationId xmlns:a16="http://schemas.microsoft.com/office/drawing/2014/main" id="{E8EB8849-5C42-436D-A5ED-6051C463D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1E3F7E60-E31D-43B2-8648-798AE14B39E2}"/>
              </a:ext>
            </a:extLst>
          </p:cNvPr>
          <p:cNvSpPr/>
          <p:nvPr/>
        </p:nvSpPr>
        <p:spPr>
          <a:xfrm>
            <a:off x="7000" y="0"/>
            <a:ext cx="12235593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1" name="图片 5">
            <a:extLst>
              <a:ext uri="{FF2B5EF4-FFF2-40B4-BE49-F238E27FC236}">
                <a16:creationId xmlns:a16="http://schemas.microsoft.com/office/drawing/2014/main" id="{7017EE6D-F772-4784-B7C7-8DF78C86CE6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30629" y="165962"/>
            <a:ext cx="7344742" cy="4254500"/>
          </a:xfrm>
          <a:prstGeom prst="rect">
            <a:avLst/>
          </a:prstGeom>
        </p:spPr>
      </p:pic>
      <p:sp>
        <p:nvSpPr>
          <p:cNvPr id="8" name="TextBox 25">
            <a:extLst>
              <a:ext uri="{FF2B5EF4-FFF2-40B4-BE49-F238E27FC236}">
                <a16:creationId xmlns:a16="http://schemas.microsoft.com/office/drawing/2014/main" id="{3F53B7FF-94DE-4029-8362-E759AB12F818}"/>
              </a:ext>
            </a:extLst>
          </p:cNvPr>
          <p:cNvSpPr txBox="1"/>
          <p:nvPr/>
        </p:nvSpPr>
        <p:spPr>
          <a:xfrm>
            <a:off x="3495427" y="1878782"/>
            <a:ext cx="4529793" cy="19389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sym typeface="微软雅黑" panose="020B0503020204020204" charset="-122"/>
              </a:rPr>
              <a:t>生词</a:t>
            </a:r>
            <a:endParaRPr lang="en-GB" altLang="zh-CN" sz="80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sym typeface="微软雅黑" panose="020B0503020204020204" charset="-122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altLang="zh-CN" sz="4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sym typeface="微软雅黑" panose="020B0503020204020204" charset="-122"/>
              </a:rPr>
              <a:t>Từ vựng</a:t>
            </a:r>
            <a:endParaRPr kumimoji="0" lang="zh-CN" altLang="zh-CN" sz="4000" b="0" i="0" u="none" strike="noStrike" kern="1200" cap="none" spc="0" normalizeH="0" baseline="0" noProof="1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微软雅黑" panose="020B0503020204020204" pitchFamily="34" charset="-122"/>
              <a:sym typeface="微软雅黑" panose="020B0503020204020204" charset="-122"/>
            </a:endParaRPr>
          </a:p>
        </p:txBody>
      </p:sp>
      <p:sp>
        <p:nvSpPr>
          <p:cNvPr id="9" name="TextBox 25">
            <a:extLst>
              <a:ext uri="{FF2B5EF4-FFF2-40B4-BE49-F238E27FC236}">
                <a16:creationId xmlns:a16="http://schemas.microsoft.com/office/drawing/2014/main" id="{6BF858D5-92EC-40C0-8DC7-113263938223}"/>
              </a:ext>
            </a:extLst>
          </p:cNvPr>
          <p:cNvSpPr txBox="1"/>
          <p:nvPr/>
        </p:nvSpPr>
        <p:spPr>
          <a:xfrm>
            <a:off x="3176376" y="1047785"/>
            <a:ext cx="3187065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zh-CN" sz="4800" b="0" i="0" u="none" strike="noStrike" kern="1200" cap="none" spc="0" normalizeH="0" baseline="0" noProof="1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Impact" panose="020B0806030902050204" charset="0"/>
                <a:ea typeface="微软雅黑" panose="020B0503020204020204" charset="-122"/>
                <a:cs typeface="+mn-cs"/>
                <a:sym typeface="微软雅黑" panose="020B0503020204020204" charset="-122"/>
              </a:rPr>
              <a:t>Part</a:t>
            </a:r>
            <a:r>
              <a:rPr kumimoji="0" lang="vi-VN" altLang="zh-CN" sz="4800" b="0" i="0" u="none" strike="noStrike" kern="1200" cap="none" spc="0" normalizeH="0" noProof="1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Impact" panose="020B0806030902050204" charset="0"/>
                <a:ea typeface="微软雅黑" panose="020B0503020204020204" charset="-122"/>
                <a:cs typeface="+mn-cs"/>
                <a:sym typeface="微软雅黑" panose="020B0503020204020204" charset="-122"/>
              </a:rPr>
              <a:t> 2</a:t>
            </a:r>
            <a:endParaRPr kumimoji="0" lang="en-US" altLang="zh-CN" sz="4800" b="0" i="0" u="none" strike="noStrike" kern="1200" cap="none" spc="0" normalizeH="0" baseline="0" noProof="1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Impact" panose="020B0806030902050204" charset="0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9622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3840x2160 Hình nền 4K Trung Quốc tràn">
            <a:extLst>
              <a:ext uri="{FF2B5EF4-FFF2-40B4-BE49-F238E27FC236}">
                <a16:creationId xmlns:a16="http://schemas.microsoft.com/office/drawing/2014/main" id="{757410CF-46EC-4192-8620-2F0B80B19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3555513" y="0"/>
            <a:ext cx="4847442" cy="6858000"/>
            <a:chOff x="3468639" y="103258"/>
            <a:chExt cx="5133698" cy="6891272"/>
          </a:xfrm>
        </p:grpSpPr>
        <p:pic>
          <p:nvPicPr>
            <p:cNvPr id="7170" name="Picture 2"/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38" t="3005" r="42937"/>
            <a:stretch/>
          </p:blipFill>
          <p:spPr bwMode="auto">
            <a:xfrm>
              <a:off x="3468639" y="103258"/>
              <a:ext cx="5133698" cy="4406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171" name="Picture 3"/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harpenSoften amount="5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917"/>
            <a:stretch/>
          </p:blipFill>
          <p:spPr bwMode="auto">
            <a:xfrm>
              <a:off x="3468639" y="4348570"/>
              <a:ext cx="5133697" cy="26459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4" name="Quyển 1 Bài 1 TU MOI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907997" y="3934895"/>
            <a:ext cx="579840" cy="57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189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346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7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506" y="1575899"/>
            <a:ext cx="2286000" cy="228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918106" y="4038632"/>
            <a:ext cx="854642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nǐ</a:t>
            </a:r>
            <a:endParaRPr lang="en-US" sz="54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639557" y="5459442"/>
            <a:ext cx="4752961" cy="1306093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 thủ:  </a:t>
            </a:r>
            <a:r>
              <a:rPr lang="vi-VN" alt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亻</a:t>
            </a:r>
            <a:r>
              <a:rPr lang="vi-V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 đứng</a:t>
            </a:r>
            <a:br>
              <a:rPr lang="vi-V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vi-V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Ý nghĩa: Người, con người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39557" y="406400"/>
            <a:ext cx="9463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dirty="0">
                <a:solidFill>
                  <a:schemeClr val="bg1"/>
                </a:solidFill>
              </a:rPr>
              <a:t>1. </a:t>
            </a:r>
            <a:r>
              <a:rPr lang="zh-CN" altLang="en-US" sz="3600" dirty="0">
                <a:solidFill>
                  <a:schemeClr val="bg1"/>
                </a:solidFill>
              </a:rPr>
              <a:t>你</a:t>
            </a:r>
            <a:r>
              <a:rPr lang="vi-VN" sz="3600" dirty="0">
                <a:solidFill>
                  <a:schemeClr val="bg1"/>
                </a:solidFill>
              </a:rPr>
              <a:t> (</a:t>
            </a:r>
            <a:r>
              <a:rPr lang="zh-CN" altLang="en-US" sz="3600" dirty="0">
                <a:solidFill>
                  <a:schemeClr val="bg1"/>
                </a:solidFill>
              </a:rPr>
              <a:t>代</a:t>
            </a:r>
            <a:r>
              <a:rPr lang="vi-VN" sz="3600" dirty="0">
                <a:solidFill>
                  <a:schemeClr val="bg1"/>
                </a:solidFill>
              </a:rPr>
              <a:t>) </a:t>
            </a:r>
            <a:r>
              <a:rPr lang="en-US" altLang="zh-CN" sz="3600" dirty="0" err="1">
                <a:solidFill>
                  <a:schemeClr val="bg1"/>
                </a:solidFill>
                <a:cs typeface="Arial" panose="020B0604020202020204" pitchFamily="34" charset="0"/>
              </a:rPr>
              <a:t>nǐ</a:t>
            </a:r>
            <a: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zh-CN" altLang="en-US" sz="3600" dirty="0">
                <a:solidFill>
                  <a:schemeClr val="bg1"/>
                </a:solidFill>
                <a:cs typeface="Arial" panose="020B0604020202020204" pitchFamily="34" charset="0"/>
              </a:rPr>
              <a:t>： </a:t>
            </a:r>
            <a: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  <a:t>you </a:t>
            </a:r>
            <a:r>
              <a:rPr lang="zh-CN" altLang="en-US" sz="3600" dirty="0">
                <a:solidFill>
                  <a:schemeClr val="bg1"/>
                </a:solidFill>
                <a:cs typeface="Arial" panose="020B0604020202020204" pitchFamily="34" charset="0"/>
              </a:rPr>
              <a:t>（</a:t>
            </a:r>
            <a: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  <a:t>singular</a:t>
            </a:r>
            <a:r>
              <a:rPr lang="zh-CN" altLang="en-US" sz="3600" dirty="0">
                <a:solidFill>
                  <a:schemeClr val="bg1"/>
                </a:solidFill>
                <a:cs typeface="Arial" panose="020B0604020202020204" pitchFamily="34" charset="0"/>
              </a:rPr>
              <a:t>）</a:t>
            </a:r>
            <a:r>
              <a:rPr lang="vi-VN" sz="3600" dirty="0">
                <a:solidFill>
                  <a:schemeClr val="bg1"/>
                </a:solidFill>
              </a:rPr>
              <a:t> 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2050" name="Picture 2" descr="人- 字源查询- 汉字源流- 查字网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24" y="541505"/>
            <a:ext cx="4340225" cy="591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3662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32" presetClass="emp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120000"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uiExpand="1" build="p"/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7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718569" y="4559332"/>
            <a:ext cx="13775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>
                <a:solidFill>
                  <a:srgbClr val="FFFF00"/>
                </a:solidFill>
              </a:rPr>
              <a:t>Wǒ</a:t>
            </a:r>
            <a:endParaRPr lang="en-US" sz="54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39557" y="406400"/>
            <a:ext cx="5265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2</a:t>
            </a:r>
            <a:r>
              <a:rPr lang="vi-VN" sz="3600" dirty="0">
                <a:solidFill>
                  <a:schemeClr val="bg1"/>
                </a:solidFill>
              </a:rPr>
              <a:t>. </a:t>
            </a:r>
            <a:r>
              <a:rPr lang="zh-CN" altLang="en-US" sz="3600" dirty="0">
                <a:solidFill>
                  <a:schemeClr val="bg1"/>
                </a:solidFill>
              </a:rPr>
              <a:t>我</a:t>
            </a:r>
            <a:r>
              <a:rPr lang="vi-VN" sz="3600" dirty="0">
                <a:solidFill>
                  <a:schemeClr val="bg1"/>
                </a:solidFill>
              </a:rPr>
              <a:t> (</a:t>
            </a:r>
            <a:r>
              <a:rPr lang="zh-CN" altLang="en-US" sz="3600" dirty="0">
                <a:solidFill>
                  <a:schemeClr val="bg1"/>
                </a:solidFill>
              </a:rPr>
              <a:t>代</a:t>
            </a:r>
            <a:r>
              <a:rPr lang="vi-VN" sz="3600" dirty="0">
                <a:solidFill>
                  <a:schemeClr val="bg1"/>
                </a:solidFill>
              </a:rPr>
              <a:t>) </a:t>
            </a:r>
            <a:r>
              <a:rPr lang="en-US" sz="3600" dirty="0" err="1">
                <a:solidFill>
                  <a:schemeClr val="bg1"/>
                </a:solidFill>
              </a:rPr>
              <a:t>Wǒ</a:t>
            </a:r>
            <a:r>
              <a:rPr lang="zh-CN" altLang="en-US" sz="3600" dirty="0">
                <a:solidFill>
                  <a:schemeClr val="bg1"/>
                </a:solidFill>
                <a:cs typeface="Arial" panose="020B0604020202020204" pitchFamily="34" charset="0"/>
              </a:rPr>
              <a:t>： </a:t>
            </a:r>
            <a: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  <a:t>I, me 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3" name="Picture 2" descr="我】的笔画、笔顺动画演示- 笔顺网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741" y="1708182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我的意思-我字五行属什么-我字取名的寓意- 起名网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500" y="168275"/>
            <a:ext cx="477269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589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32" presetClass="emp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120000"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7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926" y="1477017"/>
            <a:ext cx="2286000" cy="228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864284" y="4045676"/>
            <a:ext cx="1080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nǚ</a:t>
            </a:r>
            <a:endParaRPr lang="en-US" sz="54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4957" y="221085"/>
            <a:ext cx="9463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3</a:t>
            </a:r>
            <a:r>
              <a:rPr lang="vi-VN" sz="3600" dirty="0">
                <a:solidFill>
                  <a:schemeClr val="bg1"/>
                </a:solidFill>
              </a:rPr>
              <a:t>. </a:t>
            </a:r>
            <a:r>
              <a:rPr lang="zh-CN" altLang="en-US" sz="3600" dirty="0">
                <a:solidFill>
                  <a:schemeClr val="bg1"/>
                </a:solidFill>
              </a:rPr>
              <a:t>女</a:t>
            </a:r>
            <a:r>
              <a:rPr lang="vi-VN" sz="3600" dirty="0">
                <a:solidFill>
                  <a:schemeClr val="bg1"/>
                </a:solidFill>
              </a:rPr>
              <a:t> (</a:t>
            </a:r>
            <a:r>
              <a:rPr lang="en-US" altLang="zh-CN" sz="3600" dirty="0">
                <a:solidFill>
                  <a:schemeClr val="bg1"/>
                </a:solidFill>
              </a:rPr>
              <a:t>adj</a:t>
            </a:r>
            <a:r>
              <a:rPr lang="vi-VN" sz="3600" dirty="0">
                <a:solidFill>
                  <a:schemeClr val="bg1"/>
                </a:solidFill>
              </a:rPr>
              <a:t>) </a:t>
            </a:r>
            <a:r>
              <a:rPr lang="en-US" sz="36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nǚ</a:t>
            </a:r>
            <a:r>
              <a:rPr lang="zh-CN" altLang="en-US" sz="3600" dirty="0">
                <a:solidFill>
                  <a:schemeClr val="bg1"/>
                </a:solidFill>
                <a:cs typeface="Arial" panose="020B0604020202020204" pitchFamily="34" charset="0"/>
              </a:rPr>
              <a:t>：</a:t>
            </a:r>
            <a: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  <a:t>female, woman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7170" name="Picture 2" descr="女- 字源查询- 汉字源流- 查字网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224" y="588015"/>
            <a:ext cx="4518026" cy="605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589926" y="5251665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vi-V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 thủ:  </a:t>
            </a:r>
            <a:r>
              <a:rPr lang="zh-CN" altLang="en-US" sz="2800" dirty="0">
                <a:solidFill>
                  <a:srgbClr val="FFFF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女</a:t>
            </a:r>
            <a:r>
              <a:rPr lang="vi-V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Nữ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br>
              <a:rPr lang="vi-V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Ý nghĩa: </a:t>
            </a:r>
            <a:r>
              <a:rPr lang="zh-CN" altLang="en-US" sz="2800" dirty="0">
                <a:solidFill>
                  <a:srgbClr val="FFFF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女</a:t>
            </a:r>
            <a:r>
              <a:rPr lang="vi-V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Nữ: </a:t>
            </a:r>
            <a:r>
              <a:rPr lang="vi-V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Nữ giới, con gái, đàn bà</a:t>
            </a:r>
          </a:p>
        </p:txBody>
      </p:sp>
    </p:spTree>
    <p:extLst>
      <p:ext uri="{BB962C8B-B14F-4D97-AF65-F5344CB8AC3E}">
        <p14:creationId xmlns:p14="http://schemas.microsoft.com/office/powerpoint/2010/main" val="143821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7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箭头: V 形 11">
            <a:extLst>
              <a:ext uri="{FF2B5EF4-FFF2-40B4-BE49-F238E27FC236}">
                <a16:creationId xmlns:a16="http://schemas.microsoft.com/office/drawing/2014/main" id="{AE1ECE93-BB24-4873-978D-E4BE20B74468}"/>
              </a:ext>
            </a:extLst>
          </p:cNvPr>
          <p:cNvSpPr/>
          <p:nvPr/>
        </p:nvSpPr>
        <p:spPr>
          <a:xfrm>
            <a:off x="6114962" y="2666202"/>
            <a:ext cx="342900" cy="385762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970123" y="1482896"/>
            <a:ext cx="4365942" cy="2587625"/>
            <a:chOff x="6366510" y="792480"/>
            <a:chExt cx="4365942" cy="2587625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6510" y="792480"/>
              <a:ext cx="2587625" cy="2587625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9134157" y="2458085"/>
              <a:ext cx="1598295" cy="922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400" dirty="0" err="1">
                  <a:solidFill>
                    <a:srgbClr val="FFFF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hǎo</a:t>
              </a:r>
              <a:endParaRPr lang="en-US" sz="5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8" name="Title 1"/>
          <p:cNvSpPr>
            <a:spLocks noGrp="1"/>
          </p:cNvSpPr>
          <p:nvPr/>
        </p:nvSpPr>
        <p:spPr>
          <a:xfrm>
            <a:off x="639557" y="4329790"/>
            <a:ext cx="7253722" cy="18268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vi-V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 thủ:  </a:t>
            </a:r>
            <a:r>
              <a:rPr lang="zh-CN" altLang="en-US" sz="2800" dirty="0">
                <a:solidFill>
                  <a:srgbClr val="FFFF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女</a:t>
            </a:r>
            <a:r>
              <a:rPr lang="vi-V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Nữ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FFFF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子</a:t>
            </a:r>
            <a:r>
              <a:rPr lang="vi-V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Tử</a:t>
            </a:r>
            <a:br>
              <a:rPr lang="vi-V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Ý nghĩa: </a:t>
            </a:r>
            <a:r>
              <a:rPr lang="zh-CN" altLang="en-US" sz="2800" dirty="0">
                <a:solidFill>
                  <a:srgbClr val="FFFF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女</a:t>
            </a:r>
            <a:r>
              <a:rPr lang="vi-V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Nữ: </a:t>
            </a:r>
            <a:r>
              <a:rPr lang="vi-V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Nữ giới, con gái, đàn bà</a:t>
            </a:r>
          </a:p>
          <a:p>
            <a:r>
              <a:rPr lang="vi-V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   </a:t>
            </a:r>
            <a:r>
              <a:rPr lang="zh-CN" altLang="en-US" sz="2800" dirty="0">
                <a:solidFill>
                  <a:srgbClr val="FFFF0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子</a:t>
            </a:r>
            <a:r>
              <a:rPr lang="vi-V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Tử: Con cái (thường chỉ con trai)</a:t>
            </a:r>
            <a:endParaRPr lang="vi-VN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9557" y="406400"/>
            <a:ext cx="9463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4</a:t>
            </a:r>
            <a:r>
              <a:rPr lang="vi-VN" sz="3600" dirty="0">
                <a:solidFill>
                  <a:schemeClr val="bg1"/>
                </a:solidFill>
              </a:rPr>
              <a:t>. </a:t>
            </a:r>
            <a:r>
              <a:rPr lang="zh-CN" altLang="en-US" sz="3600" dirty="0">
                <a:solidFill>
                  <a:schemeClr val="bg1"/>
                </a:solidFill>
              </a:rPr>
              <a:t>好</a:t>
            </a:r>
            <a:r>
              <a:rPr lang="vi-VN" sz="3600" dirty="0">
                <a:solidFill>
                  <a:schemeClr val="bg1"/>
                </a:solidFill>
              </a:rPr>
              <a:t> (</a:t>
            </a:r>
            <a:r>
              <a:rPr lang="en-US" sz="3600" dirty="0" err="1">
                <a:solidFill>
                  <a:schemeClr val="bg1"/>
                </a:solidFill>
              </a:rPr>
              <a:t>adj</a:t>
            </a:r>
            <a:r>
              <a:rPr lang="vi-VN" sz="3600" dirty="0">
                <a:solidFill>
                  <a:schemeClr val="bg1"/>
                </a:solidFill>
              </a:rPr>
              <a:t>) </a:t>
            </a:r>
            <a:r>
              <a:rPr lang="en-US" altLang="zh-CN" sz="3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hǎo</a:t>
            </a:r>
            <a:r>
              <a:rPr lang="zh-CN" altLang="en-US" sz="3600" dirty="0">
                <a:solidFill>
                  <a:schemeClr val="bg1"/>
                </a:solidFill>
                <a:cs typeface="Arial" panose="020B0604020202020204" pitchFamily="34" charset="0"/>
              </a:rPr>
              <a:t>： </a:t>
            </a:r>
            <a: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  <a:t>good, fine 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1026" name="Picture 2" descr="http://qiyuan.chaziwang.com/pic/ziyuanimg/E5A5B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327" y="477716"/>
            <a:ext cx="4508519" cy="604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6972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7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stroke order animation of 你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193" y="800846"/>
            <a:ext cx="1846335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troke order animation of 好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3176" y="800846"/>
            <a:ext cx="181147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你好动图表情包_gif表情- 动态图库网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834" y="788305"/>
            <a:ext cx="2545070" cy="2545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1524393" y="4037106"/>
            <a:ext cx="3657600" cy="1828800"/>
            <a:chOff x="1524393" y="4037106"/>
            <a:chExt cx="3657600" cy="1828800"/>
          </a:xfrm>
        </p:grpSpPr>
        <p:pic>
          <p:nvPicPr>
            <p:cNvPr id="1032" name="Picture 8" descr="stroke order animation of 老"/>
            <p:cNvPicPr>
              <a:picLocks noChangeAspect="1" noChangeArrowheads="1" noCrop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393" y="4037106"/>
              <a:ext cx="1828800" cy="182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stroke order animation of 师"/>
            <p:cNvPicPr>
              <a:picLocks noChangeAspect="1" noChangeArrowheads="1" noCrop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3193" y="4037106"/>
              <a:ext cx="1828800" cy="182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6" name="Picture 12" descr="stroke order animation of 好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5846" y="4037106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讲解知识的教书先生元素素材下载-正版素材401595054-摄图网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3798" y="3275463"/>
            <a:ext cx="3459707" cy="3459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lus 3"/>
          <p:cNvSpPr/>
          <p:nvPr/>
        </p:nvSpPr>
        <p:spPr>
          <a:xfrm>
            <a:off x="5560378" y="4653887"/>
            <a:ext cx="852985" cy="866633"/>
          </a:xfrm>
          <a:prstGeom prst="mathPlus">
            <a:avLst/>
          </a:prstGeom>
          <a:solidFill>
            <a:schemeClr val="bg1">
              <a:lumMod val="95000"/>
            </a:schemeClr>
          </a:solidFill>
          <a:ln>
            <a:solidFill>
              <a:srgbClr val="A57A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947859" y="2744958"/>
            <a:ext cx="2243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nǐ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hǎo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99797" y="5981218"/>
            <a:ext cx="2540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lǎoshī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hǎo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191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3633 0.00185 L 0.05912 -0.0034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66" y="-27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03815 0 L -0.075 0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6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25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250"/>
                            </p:stCondLst>
                            <p:childTnLst>
                              <p:par>
                                <p:cTn id="1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7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250"/>
                            </p:stCondLst>
                            <p:childTnLst>
                              <p:par>
                                <p:cTn id="3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1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7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15" y="984213"/>
            <a:ext cx="1611239" cy="15824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075381" y="1627379"/>
            <a:ext cx="9825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yī</a:t>
            </a:r>
            <a:endParaRPr lang="en-US" sz="54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6737349" y="1441602"/>
            <a:ext cx="6017185" cy="13208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DengXian" panose="02010600030101010101" charset="-122"/>
                <a:cs typeface="Times New Roman" panose="02020603050405020304" pitchFamily="18" charset="0"/>
              </a:rPr>
              <a:t>Bộ thủ:</a:t>
            </a:r>
            <a:r>
              <a:rPr lang="en-US" altLang="vi-VN" sz="3600" dirty="0">
                <a:solidFill>
                  <a:schemeClr val="bg1"/>
                </a:solidFill>
                <a:latin typeface="Times New Roman" panose="02020603050405020304" pitchFamily="18" charset="0"/>
                <a:ea typeface="DengXian" panose="02010600030101010101" charset="-122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rgbClr val="FFFF00"/>
                </a:solidFill>
                <a:latin typeface="Times New Roman" panose="02020603050405020304" pitchFamily="18" charset="0"/>
                <a:ea typeface="DengXian" panose="02010600030101010101" charset="-122"/>
                <a:cs typeface="Times New Roman" panose="02020603050405020304" pitchFamily="18" charset="0"/>
              </a:rPr>
              <a:t>一</a:t>
            </a:r>
            <a:r>
              <a:rPr lang="vi-VN" alt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DengXian" panose="02010600030101010101" charset="-122"/>
                <a:cs typeface="Times New Roman" panose="02020603050405020304" pitchFamily="18" charset="0"/>
              </a:rPr>
              <a:t> Nhất</a:t>
            </a:r>
            <a:br>
              <a:rPr lang="vi-VN" alt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DengXian" panose="02010600030101010101" charset="-122"/>
                <a:cs typeface="Times New Roman" panose="02020603050405020304" pitchFamily="18" charset="0"/>
              </a:rPr>
            </a:br>
            <a:r>
              <a:rPr lang="vi-VN" alt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DengXian" panose="02010600030101010101" charset="-122"/>
                <a:cs typeface="Times New Roman" panose="02020603050405020304" pitchFamily="18" charset="0"/>
              </a:rPr>
              <a:t>Ý nghĩa: 1, số 1</a:t>
            </a:r>
          </a:p>
        </p:txBody>
      </p:sp>
      <p:pic>
        <p:nvPicPr>
          <p:cNvPr id="18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46" y="2983492"/>
            <a:ext cx="1582009" cy="158200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44160" y="3614185"/>
            <a:ext cx="12137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wǔ</a:t>
            </a:r>
            <a:endParaRPr lang="en-US" sz="54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737349" y="3726599"/>
            <a:ext cx="344838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DengXian" panose="02010600030101010101" charset="-122"/>
                <a:cs typeface="Times New Roman" panose="02020603050405020304" pitchFamily="18" charset="0"/>
              </a:rPr>
              <a:t>Ý nghĩa: 5, số 5</a:t>
            </a:r>
          </a:p>
        </p:txBody>
      </p:sp>
      <p:pic>
        <p:nvPicPr>
          <p:cNvPr id="20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15" y="4973657"/>
            <a:ext cx="1582009" cy="158200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940552" y="5690796"/>
            <a:ext cx="12522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bā</a:t>
            </a:r>
            <a:endParaRPr lang="en-US" sz="54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itle 1"/>
          <p:cNvSpPr>
            <a:spLocks noGrp="1"/>
          </p:cNvSpPr>
          <p:nvPr/>
        </p:nvSpPr>
        <p:spPr>
          <a:xfrm>
            <a:off x="6737349" y="5292016"/>
            <a:ext cx="4319836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vi-VN" altLang="en-US" dirty="0">
                <a:solidFill>
                  <a:schemeClr val="bg1"/>
                </a:solidFill>
                <a:latin typeface="Times New Roman" panose="02020603050405020304" pitchFamily="18" charset="0"/>
                <a:ea typeface="DengXian" panose="02010600030101010101" charset="-122"/>
                <a:cs typeface="Times New Roman" panose="02020603050405020304" pitchFamily="18" charset="0"/>
              </a:rPr>
              <a:t>Bộ thủ:</a:t>
            </a:r>
            <a:r>
              <a:rPr lang="en-US" altLang="vi-VN" dirty="0">
                <a:solidFill>
                  <a:schemeClr val="bg1"/>
                </a:solidFill>
                <a:latin typeface="Times New Roman" panose="02020603050405020304" pitchFamily="18" charset="0"/>
                <a:ea typeface="DengXian" panose="02010600030101010101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FFFF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八</a:t>
            </a:r>
            <a:r>
              <a:rPr lang="vi-VN" altLang="en-US" dirty="0">
                <a:solidFill>
                  <a:schemeClr val="bg1"/>
                </a:solidFill>
                <a:latin typeface="Times New Roman" panose="02020603050405020304" pitchFamily="18" charset="0"/>
                <a:ea typeface="DengXian" panose="02010600030101010101" charset="-122"/>
                <a:cs typeface="Times New Roman" panose="02020603050405020304" pitchFamily="18" charset="0"/>
              </a:rPr>
              <a:t> Bát</a:t>
            </a:r>
            <a:br>
              <a:rPr lang="vi-VN" altLang="en-US" dirty="0">
                <a:solidFill>
                  <a:schemeClr val="bg1"/>
                </a:solidFill>
                <a:latin typeface="Times New Roman" panose="02020603050405020304" pitchFamily="18" charset="0"/>
                <a:ea typeface="DengXian" panose="02010600030101010101" charset="-122"/>
                <a:cs typeface="Times New Roman" panose="02020603050405020304" pitchFamily="18" charset="0"/>
              </a:rPr>
            </a:br>
            <a:r>
              <a:rPr lang="vi-VN" altLang="en-US" dirty="0">
                <a:solidFill>
                  <a:schemeClr val="bg1"/>
                </a:solidFill>
                <a:latin typeface="Times New Roman" panose="02020603050405020304" pitchFamily="18" charset="0"/>
                <a:ea typeface="DengXian" panose="02010600030101010101" charset="-122"/>
                <a:cs typeface="Times New Roman" panose="02020603050405020304" pitchFamily="18" charset="0"/>
              </a:rPr>
              <a:t>Ý nghĩa: 8, số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4248" y="213288"/>
            <a:ext cx="4692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5</a:t>
            </a:r>
            <a:r>
              <a:rPr lang="vi-VN" sz="3600" dirty="0">
                <a:solidFill>
                  <a:schemeClr val="bg1"/>
                </a:solidFill>
              </a:rPr>
              <a:t>. Số đếm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7170" name="Picture 2" descr="卡通手绘蓝色的数字1素材图片免费下载_高清卡通手绘psd_千库网(图片编号9595518)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8377" y="1692450"/>
            <a:ext cx="1421044" cy="1423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数字圈-数字5PNG图片素材免费下载_图片编号2367185-PNG素材网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8687" b="19350"/>
          <a:stretch/>
        </p:blipFill>
        <p:spPr bwMode="auto">
          <a:xfrm rot="1236806">
            <a:off x="1697715" y="3636123"/>
            <a:ext cx="1520519" cy="133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免費創意立體數字8藝術字設計PNG &amp;amp; PSD圖案下載_素材編號832200601 - Lovepik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7674" b="94186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06685">
            <a:off x="1596951" y="5334816"/>
            <a:ext cx="1546900" cy="154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5569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9" grpId="0"/>
      <p:bldP spid="6" grpId="0"/>
      <p:bldP spid="21" grpId="0"/>
      <p:bldP spid="22" grpId="0" build="p"/>
      <p:bldP spid="1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7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27605" y="2003611"/>
            <a:ext cx="1122096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   二    三    四    五    六    七     八    九     十</a:t>
            </a:r>
            <a:endParaRPr lang="en-US" altLang="zh-C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yī</a:t>
            </a: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èr</a:t>
            </a: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sān</a:t>
            </a: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sì</a:t>
            </a: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wǔ</a:t>
            </a: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liù</a:t>
            </a: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qī</a:t>
            </a: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bā</a:t>
            </a: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jiǔ</a:t>
            </a: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shí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1     2      3      4      5      6      7        8      9     10</a:t>
            </a:r>
          </a:p>
        </p:txBody>
      </p:sp>
    </p:spTree>
    <p:extLst>
      <p:ext uri="{BB962C8B-B14F-4D97-AF65-F5344CB8AC3E}">
        <p14:creationId xmlns:p14="http://schemas.microsoft.com/office/powerpoint/2010/main" val="2478261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375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8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88" fill="hold">
                                          <p:stCondLst>
                                            <p:cond delay="18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88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88" fill="hold">
                                          <p:stCondLst>
                                            <p:cond delay="563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7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506207" y="5372092"/>
            <a:ext cx="4752961" cy="1306093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 thủ: </a:t>
            </a:r>
            <a:r>
              <a:rPr lang="zh-CN" alt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br>
              <a:rPr lang="vi-V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Ý nghĩa: To lớn</a:t>
            </a:r>
          </a:p>
        </p:txBody>
      </p:sp>
      <p:pic>
        <p:nvPicPr>
          <p:cNvPr id="9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34" y="1667857"/>
            <a:ext cx="2627444" cy="26274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41008" y="4295301"/>
            <a:ext cx="1209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dà</a:t>
            </a:r>
            <a:endParaRPr lang="en-US" sz="54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9557" y="406400"/>
            <a:ext cx="5088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6</a:t>
            </a:r>
            <a:r>
              <a:rPr lang="vi-VN" sz="3600" dirty="0">
                <a:solidFill>
                  <a:schemeClr val="bg1"/>
                </a:solidFill>
              </a:rPr>
              <a:t>. </a:t>
            </a:r>
            <a:r>
              <a:rPr lang="zh-CN" altLang="en-US" sz="3600" dirty="0">
                <a:solidFill>
                  <a:schemeClr val="bg1"/>
                </a:solidFill>
              </a:rPr>
              <a:t>大</a:t>
            </a:r>
            <a:r>
              <a:rPr lang="vi-VN" sz="3600" dirty="0">
                <a:solidFill>
                  <a:schemeClr val="bg1"/>
                </a:solidFill>
              </a:rPr>
              <a:t> (</a:t>
            </a:r>
            <a:r>
              <a:rPr lang="en-US" sz="3600" dirty="0" err="1">
                <a:solidFill>
                  <a:schemeClr val="bg1"/>
                </a:solidFill>
              </a:rPr>
              <a:t>adj</a:t>
            </a:r>
            <a:r>
              <a:rPr lang="vi-VN" sz="3600" dirty="0">
                <a:solidFill>
                  <a:schemeClr val="bg1"/>
                </a:solidFill>
              </a:rPr>
              <a:t>) Dà</a:t>
            </a:r>
            <a:r>
              <a:rPr lang="zh-CN" altLang="en-US" sz="3600" dirty="0">
                <a:solidFill>
                  <a:schemeClr val="bg1"/>
                </a:solidFill>
                <a:cs typeface="Arial" panose="020B0604020202020204" pitchFamily="34" charset="0"/>
              </a:rPr>
              <a:t>：</a:t>
            </a:r>
            <a: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  <a:t>big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16" name="Picture 4" descr="https://www.freehead.com/attachments/forumid_277/oba6utfW0d2x5A==_q2dCxaTwjqxy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4" t="-10" r="-321" b="2329"/>
          <a:stretch/>
        </p:blipFill>
        <p:spPr bwMode="auto">
          <a:xfrm>
            <a:off x="6687792" y="78853"/>
            <a:ext cx="4998720" cy="6675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0501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32" presetClass="emp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120000"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0" grpId="0"/>
      <p:bldP spid="1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7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931670" y="4122841"/>
            <a:ext cx="13277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bái</a:t>
            </a:r>
            <a:endParaRPr lang="en-US" sz="54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875" y="1542040"/>
            <a:ext cx="2563235" cy="2563235"/>
          </a:xfrm>
          <a:prstGeom prst="rect">
            <a:avLst/>
          </a:prstGeom>
        </p:spPr>
      </p:pic>
      <p:sp>
        <p:nvSpPr>
          <p:cNvPr id="16" name="Title 2"/>
          <p:cNvSpPr>
            <a:spLocks noGrp="1"/>
          </p:cNvSpPr>
          <p:nvPr/>
        </p:nvSpPr>
        <p:spPr>
          <a:xfrm>
            <a:off x="1064783" y="5109845"/>
            <a:ext cx="3678555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vi-VN" altLang="en-US" dirty="0">
                <a:solidFill>
                  <a:schemeClr val="bg1"/>
                </a:solidFill>
                <a:latin typeface="Times New Roman" panose="02020603050405020304" pitchFamily="18" charset="0"/>
                <a:ea typeface="DengXian" panose="02010600030101010101" charset="-122"/>
                <a:cs typeface="Times New Roman" panose="02020603050405020304" pitchFamily="18" charset="0"/>
              </a:rPr>
              <a:t>Bộ thủ:</a:t>
            </a:r>
            <a:r>
              <a:rPr lang="en-US" altLang="vi-VN" dirty="0">
                <a:solidFill>
                  <a:schemeClr val="bg1"/>
                </a:solidFill>
                <a:latin typeface="Times New Roman" panose="02020603050405020304" pitchFamily="18" charset="0"/>
                <a:ea typeface="DengXian" panose="02010600030101010101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FFFF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vi-VN" altLang="en-US" dirty="0">
                <a:solidFill>
                  <a:schemeClr val="bg1"/>
                </a:solidFill>
                <a:latin typeface="Times New Roman" panose="02020603050405020304" pitchFamily="18" charset="0"/>
                <a:ea typeface="DengXian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vi-VN" dirty="0" err="1">
                <a:solidFill>
                  <a:schemeClr val="bg1"/>
                </a:solidFill>
                <a:latin typeface="Times New Roman" panose="02020603050405020304" pitchFamily="18" charset="0"/>
                <a:ea typeface="DengXian" panose="02010600030101010101" charset="-122"/>
                <a:cs typeface="Times New Roman" panose="02020603050405020304" pitchFamily="18" charset="0"/>
              </a:rPr>
              <a:t>Bạch</a:t>
            </a:r>
            <a:br>
              <a:rPr lang="vi-VN" altLang="en-US" dirty="0">
                <a:solidFill>
                  <a:schemeClr val="bg1"/>
                </a:solidFill>
                <a:latin typeface="Times New Roman" panose="02020603050405020304" pitchFamily="18" charset="0"/>
                <a:ea typeface="DengXian" panose="02010600030101010101" charset="-122"/>
                <a:cs typeface="Times New Roman" panose="02020603050405020304" pitchFamily="18" charset="0"/>
              </a:rPr>
            </a:br>
            <a:r>
              <a:rPr lang="vi-VN" altLang="en-US" dirty="0">
                <a:solidFill>
                  <a:schemeClr val="bg1"/>
                </a:solidFill>
                <a:latin typeface="Times New Roman" panose="02020603050405020304" pitchFamily="18" charset="0"/>
                <a:ea typeface="DengXian" panose="02010600030101010101" charset="-122"/>
                <a:cs typeface="Times New Roman" panose="02020603050405020304" pitchFamily="18" charset="0"/>
              </a:rPr>
              <a:t>Ý nghĩa: </a:t>
            </a:r>
            <a:r>
              <a:rPr lang="en-US" altLang="vi-VN" dirty="0" err="1">
                <a:solidFill>
                  <a:schemeClr val="bg1"/>
                </a:solidFill>
                <a:latin typeface="Times New Roman" panose="02020603050405020304" pitchFamily="18" charset="0"/>
                <a:ea typeface="DengXian" panose="02010600030101010101" charset="-122"/>
                <a:cs typeface="Times New Roman" panose="02020603050405020304" pitchFamily="18" charset="0"/>
              </a:rPr>
              <a:t>Trắng</a:t>
            </a:r>
            <a:endParaRPr lang="en-US" altLang="vi-VN" dirty="0">
              <a:solidFill>
                <a:schemeClr val="bg1"/>
              </a:solidFill>
              <a:latin typeface="Times New Roman" panose="02020603050405020304" pitchFamily="18" charset="0"/>
              <a:ea typeface="DengXian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9558" y="406400"/>
            <a:ext cx="6254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7</a:t>
            </a:r>
            <a:r>
              <a:rPr lang="vi-VN" sz="3600" dirty="0">
                <a:solidFill>
                  <a:schemeClr val="bg1"/>
                </a:solidFill>
              </a:rPr>
              <a:t>. </a:t>
            </a:r>
            <a:r>
              <a:rPr lang="zh-CN" altLang="en-US" sz="3600" dirty="0">
                <a:solidFill>
                  <a:schemeClr val="bg1"/>
                </a:solidFill>
              </a:rPr>
              <a:t>白</a:t>
            </a:r>
            <a:r>
              <a:rPr lang="vi-VN" sz="3600" dirty="0">
                <a:solidFill>
                  <a:schemeClr val="bg1"/>
                </a:solidFill>
              </a:rPr>
              <a:t> (</a:t>
            </a:r>
            <a:r>
              <a:rPr lang="en-US" sz="3600" dirty="0" err="1">
                <a:solidFill>
                  <a:schemeClr val="bg1"/>
                </a:solidFill>
              </a:rPr>
              <a:t>adj</a:t>
            </a:r>
            <a:r>
              <a:rPr lang="vi-VN" sz="3600" dirty="0">
                <a:solidFill>
                  <a:schemeClr val="bg1"/>
                </a:solidFill>
              </a:rPr>
              <a:t>) </a:t>
            </a:r>
            <a:r>
              <a:rPr lang="en-US" sz="3600" dirty="0" err="1">
                <a:solidFill>
                  <a:schemeClr val="bg1"/>
                </a:solidFill>
                <a:latin typeface="Roboto"/>
              </a:rPr>
              <a:t>Bái</a:t>
            </a:r>
            <a:r>
              <a:rPr lang="zh-CN" altLang="en-US" sz="3600" dirty="0">
                <a:solidFill>
                  <a:schemeClr val="bg1"/>
                </a:solidFill>
                <a:cs typeface="Arial" panose="020B0604020202020204" pitchFamily="34" charset="0"/>
              </a:rPr>
              <a:t>：</a:t>
            </a:r>
            <a: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  <a:t>white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3074" name="Picture 2" descr="画说汉字——白_参考网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9525" y="1258570"/>
            <a:ext cx="6667500" cy="517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4958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7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206490" y="4388822"/>
            <a:ext cx="11340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5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bù</a:t>
            </a:r>
            <a:endParaRPr lang="en-US" sz="54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61" y="1808609"/>
            <a:ext cx="228600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0739" y="439747"/>
            <a:ext cx="6254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8</a:t>
            </a:r>
            <a:r>
              <a:rPr lang="vi-VN" sz="3600" dirty="0">
                <a:solidFill>
                  <a:schemeClr val="bg1"/>
                </a:solidFill>
              </a:rPr>
              <a:t>. </a:t>
            </a:r>
            <a:r>
              <a:rPr lang="zh-CN" altLang="en-US" sz="3600" dirty="0">
                <a:solidFill>
                  <a:schemeClr val="bg1"/>
                </a:solidFill>
              </a:rPr>
              <a:t>不</a:t>
            </a:r>
            <a:r>
              <a:rPr lang="vi-VN" sz="3600" dirty="0">
                <a:solidFill>
                  <a:schemeClr val="bg1"/>
                </a:solidFill>
              </a:rPr>
              <a:t> (</a:t>
            </a:r>
            <a:r>
              <a:rPr lang="zh-CN" altLang="en-US" sz="3600" dirty="0">
                <a:solidFill>
                  <a:schemeClr val="bg1"/>
                </a:solidFill>
              </a:rPr>
              <a:t>副</a:t>
            </a:r>
            <a:r>
              <a:rPr lang="vi-VN" sz="3600" dirty="0">
                <a:solidFill>
                  <a:schemeClr val="bg1"/>
                </a:solidFill>
              </a:rPr>
              <a:t>) bù</a:t>
            </a:r>
            <a:r>
              <a:rPr lang="zh-CN" altLang="en-US" sz="3600" dirty="0">
                <a:solidFill>
                  <a:schemeClr val="bg1"/>
                </a:solidFill>
                <a:cs typeface="Arial" panose="020B0604020202020204" pitchFamily="34" charset="0"/>
              </a:rPr>
              <a:t>：</a:t>
            </a:r>
            <a: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  <a:t>not</a:t>
            </a:r>
            <a:r>
              <a:rPr lang="zh-CN" altLang="en-US" sz="3600" dirty="0">
                <a:solidFill>
                  <a:schemeClr val="bg1"/>
                </a:solidFill>
                <a:cs typeface="Arial" panose="020B0604020202020204" pitchFamily="34" charset="0"/>
              </a:rPr>
              <a:t> 土 </a:t>
            </a:r>
            <a: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  <a:t>/</a:t>
            </a:r>
            <a:r>
              <a:rPr lang="zh-CN" altLang="en-US" sz="3600" dirty="0">
                <a:solidFill>
                  <a:schemeClr val="bg1"/>
                </a:solidFill>
                <a:cs typeface="Arial" panose="020B0604020202020204" pitchFamily="34" charset="0"/>
              </a:rPr>
              <a:t>士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946913" y="3186668"/>
            <a:ext cx="23622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VD: </a:t>
            </a:r>
          </a:p>
          <a:p>
            <a:pPr marL="457200" indent="-457200">
              <a:buFontTx/>
              <a:buChar char="-"/>
            </a:pPr>
            <a:r>
              <a:rPr lang="zh-CN" alt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不好</a:t>
            </a:r>
            <a:endParaRPr lang="en-US" altLang="zh-CN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zh-CN" alt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不大</a:t>
            </a:r>
            <a:endParaRPr lang="en-US" altLang="zh-CN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zh-CN" alt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不白</a:t>
            </a:r>
            <a:endParaRPr lang="en-US" altLang="zh-CN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467704" y="1765756"/>
            <a:ext cx="3023089" cy="70788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/>
            <a:r>
              <a:rPr lang="zh-CN" altLang="en-US" sz="4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不</a:t>
            </a:r>
            <a:r>
              <a:rPr lang="vi-VN" altLang="en-US" sz="40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vi-VN" altLang="en-US" sz="4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vi-VN" altLang="en-US" sz="4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vi-VN" altLang="en-US" sz="4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ADJ</a:t>
            </a:r>
            <a:endParaRPr lang="en-US" altLang="en-US" sz="40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 descr="自主方得幸福-100天觉察安抚日记27 - 知乎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0565" y="247650"/>
            <a:ext cx="4772699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668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0" grpId="0"/>
      <p:bldP spid="2" grpId="0" build="p"/>
      <p:bldP spid="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7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491392" y="5183952"/>
            <a:ext cx="4752961" cy="1306093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 thủ: </a:t>
            </a:r>
            <a:r>
              <a:rPr lang="zh-CN" alt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口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Khẩu</a:t>
            </a:r>
            <a:br>
              <a:rPr lang="vi-V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Ý nghĩa: Miệng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7471" y="3831784"/>
            <a:ext cx="15902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kǒu</a:t>
            </a:r>
            <a:endParaRPr lang="en-US" sz="54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Content Placeholder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02" y="1029392"/>
            <a:ext cx="2543867" cy="25438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4958" y="219126"/>
            <a:ext cx="11387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9</a:t>
            </a:r>
            <a:r>
              <a:rPr lang="vi-VN" sz="3600" dirty="0">
                <a:solidFill>
                  <a:schemeClr val="bg1"/>
                </a:solidFill>
              </a:rPr>
              <a:t>. </a:t>
            </a:r>
            <a:r>
              <a:rPr lang="zh-CN" altLang="en-US" sz="3600" dirty="0">
                <a:solidFill>
                  <a:schemeClr val="bg1"/>
                </a:solidFill>
              </a:rPr>
              <a:t>口</a:t>
            </a:r>
            <a:r>
              <a:rPr lang="vi-VN" sz="3600" dirty="0">
                <a:solidFill>
                  <a:schemeClr val="bg1"/>
                </a:solidFill>
              </a:rPr>
              <a:t> (</a:t>
            </a:r>
            <a:r>
              <a:rPr lang="en-US" altLang="zh-CN" sz="3600" dirty="0">
                <a:solidFill>
                  <a:schemeClr val="bg1"/>
                </a:solidFill>
              </a:rPr>
              <a:t>n</a:t>
            </a:r>
            <a:r>
              <a:rPr lang="zh-CN" altLang="en-US" sz="3600" dirty="0">
                <a:solidFill>
                  <a:schemeClr val="bg1"/>
                </a:solidFill>
              </a:rPr>
              <a:t>，量</a:t>
            </a:r>
            <a:r>
              <a:rPr lang="vi-VN" sz="3600" dirty="0">
                <a:solidFill>
                  <a:schemeClr val="bg1"/>
                </a:solidFill>
              </a:rPr>
              <a:t>) </a:t>
            </a:r>
            <a:r>
              <a:rPr lang="en-US" altLang="zh-CN" sz="3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kǒu</a:t>
            </a:r>
            <a:r>
              <a:rPr lang="zh-CN" altLang="en-US" sz="3600" dirty="0">
                <a:solidFill>
                  <a:schemeClr val="bg1"/>
                </a:solidFill>
                <a:cs typeface="Arial" panose="020B0604020202020204" pitchFamily="34" charset="0"/>
              </a:rPr>
              <a:t>：</a:t>
            </a:r>
            <a:r>
              <a:rPr lang="en-US" altLang="zh-CN" sz="3200" dirty="0">
                <a:solidFill>
                  <a:schemeClr val="bg1"/>
                </a:solidFill>
                <a:cs typeface="Arial" panose="020B0604020202020204" pitchFamily="34" charset="0"/>
              </a:rPr>
              <a:t>mouth</a:t>
            </a:r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solidFill>
                  <a:schemeClr val="bg1"/>
                </a:solidFill>
                <a:cs typeface="Arial" panose="020B0604020202020204" pitchFamily="34" charset="0"/>
              </a:rPr>
              <a:t>a classifier for family members</a:t>
            </a:r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5122" name="Picture 2" descr="口- 字源查询- 汉字源流- 查字网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74" y="969962"/>
            <a:ext cx="4270375" cy="5723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5921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75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375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9" grpId="0"/>
      <p:bldP spid="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7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645288" y="3757589"/>
            <a:ext cx="13694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mǎ</a:t>
            </a:r>
            <a:endParaRPr lang="en-US" sz="54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261" y="1306837"/>
            <a:ext cx="2329522" cy="2349500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/>
        </p:nvSpPr>
        <p:spPr>
          <a:xfrm>
            <a:off x="734997" y="4883424"/>
            <a:ext cx="3678555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vi-VN" altLang="en-US" dirty="0">
                <a:solidFill>
                  <a:schemeClr val="bg1"/>
                </a:solidFill>
                <a:latin typeface="Times New Roman" panose="02020603050405020304" pitchFamily="18" charset="0"/>
                <a:ea typeface="DengXian" panose="02010600030101010101" charset="-122"/>
                <a:cs typeface="Times New Roman" panose="02020603050405020304" pitchFamily="18" charset="0"/>
              </a:rPr>
              <a:t>Bộ thủ:</a:t>
            </a:r>
            <a:r>
              <a:rPr lang="en-US" altLang="vi-VN" dirty="0">
                <a:solidFill>
                  <a:schemeClr val="bg1"/>
                </a:solidFill>
                <a:latin typeface="Times New Roman" panose="02020603050405020304" pitchFamily="18" charset="0"/>
                <a:ea typeface="DengXian" panose="02010600030101010101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FFFF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马</a:t>
            </a:r>
            <a:r>
              <a:rPr lang="vi-VN" altLang="en-US" dirty="0">
                <a:solidFill>
                  <a:schemeClr val="bg1"/>
                </a:solidFill>
                <a:latin typeface="Times New Roman" panose="02020603050405020304" pitchFamily="18" charset="0"/>
                <a:ea typeface="DengXian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vi-VN" dirty="0" err="1">
                <a:solidFill>
                  <a:schemeClr val="bg1"/>
                </a:solidFill>
                <a:latin typeface="Times New Roman" panose="02020603050405020304" pitchFamily="18" charset="0"/>
                <a:ea typeface="DengXian" panose="02010600030101010101" charset="-122"/>
                <a:cs typeface="Times New Roman" panose="02020603050405020304" pitchFamily="18" charset="0"/>
              </a:rPr>
              <a:t>Mã</a:t>
            </a:r>
            <a:br>
              <a:rPr lang="vi-VN" altLang="en-US" dirty="0">
                <a:solidFill>
                  <a:schemeClr val="bg1"/>
                </a:solidFill>
                <a:latin typeface="Times New Roman" panose="02020603050405020304" pitchFamily="18" charset="0"/>
                <a:ea typeface="DengXian" panose="02010600030101010101" charset="-122"/>
                <a:cs typeface="Times New Roman" panose="02020603050405020304" pitchFamily="18" charset="0"/>
              </a:rPr>
            </a:br>
            <a:r>
              <a:rPr lang="vi-VN" altLang="en-US" dirty="0">
                <a:solidFill>
                  <a:schemeClr val="bg1"/>
                </a:solidFill>
                <a:latin typeface="Times New Roman" panose="02020603050405020304" pitchFamily="18" charset="0"/>
                <a:ea typeface="DengXian" panose="02010600030101010101" charset="-122"/>
                <a:cs typeface="Times New Roman" panose="02020603050405020304" pitchFamily="18" charset="0"/>
              </a:rPr>
              <a:t>Ý nghĩa: </a:t>
            </a:r>
            <a:r>
              <a:rPr lang="en-US" altLang="vi-VN" dirty="0">
                <a:solidFill>
                  <a:schemeClr val="bg1"/>
                </a:solidFill>
                <a:latin typeface="Times New Roman" panose="02020603050405020304" pitchFamily="18" charset="0"/>
                <a:ea typeface="DengXian" panose="02010600030101010101" charset="-122"/>
                <a:cs typeface="Times New Roman" panose="02020603050405020304" pitchFamily="18" charset="0"/>
              </a:rPr>
              <a:t>Con </a:t>
            </a:r>
            <a:r>
              <a:rPr lang="en-US" altLang="vi-VN" dirty="0" err="1">
                <a:solidFill>
                  <a:schemeClr val="bg1"/>
                </a:solidFill>
                <a:latin typeface="Times New Roman" panose="02020603050405020304" pitchFamily="18" charset="0"/>
                <a:ea typeface="DengXian" panose="02010600030101010101" charset="-122"/>
                <a:cs typeface="Times New Roman" panose="02020603050405020304" pitchFamily="18" charset="0"/>
              </a:rPr>
              <a:t>ngựa</a:t>
            </a:r>
            <a:endParaRPr lang="en-US" altLang="vi-VN" dirty="0">
              <a:solidFill>
                <a:schemeClr val="bg1"/>
              </a:solidFill>
              <a:latin typeface="Times New Roman" panose="02020603050405020304" pitchFamily="18" charset="0"/>
              <a:ea typeface="DengXian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4958" y="219126"/>
            <a:ext cx="5641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10</a:t>
            </a:r>
            <a:r>
              <a:rPr lang="vi-VN" sz="3600" dirty="0">
                <a:solidFill>
                  <a:schemeClr val="bg1"/>
                </a:solidFill>
              </a:rPr>
              <a:t>. </a:t>
            </a:r>
            <a:r>
              <a:rPr lang="zh-CN" altLang="en-US" sz="3600" dirty="0">
                <a:solidFill>
                  <a:schemeClr val="bg1"/>
                </a:solidFill>
              </a:rPr>
              <a:t>马</a:t>
            </a:r>
            <a:r>
              <a:rPr lang="vi-VN" sz="3600" dirty="0">
                <a:solidFill>
                  <a:schemeClr val="bg1"/>
                </a:solidFill>
              </a:rPr>
              <a:t> (</a:t>
            </a:r>
            <a:r>
              <a:rPr lang="en-US" altLang="zh-CN" sz="3600" dirty="0">
                <a:solidFill>
                  <a:schemeClr val="bg1"/>
                </a:solidFill>
              </a:rPr>
              <a:t>n</a:t>
            </a:r>
            <a:r>
              <a:rPr lang="vi-VN" sz="3600" dirty="0">
                <a:solidFill>
                  <a:schemeClr val="bg1"/>
                </a:solidFill>
              </a:rPr>
              <a:t>) 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altLang="zh-CN" sz="3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mǎ</a:t>
            </a:r>
            <a:r>
              <a:rPr lang="en-US" altLang="zh-CN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3600" dirty="0">
                <a:solidFill>
                  <a:schemeClr val="bg1"/>
                </a:solidFill>
                <a:cs typeface="Arial" panose="020B0604020202020204" pitchFamily="34" charset="0"/>
              </a:rPr>
              <a:t>：</a:t>
            </a:r>
            <a: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  <a:t>horse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6146" name="Picture 2" descr="马- 字源查询- 汉字源流- 查字网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925" y="865457"/>
            <a:ext cx="4276726" cy="5823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4631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3840x2160 Hình nền 4K Trung Quốc tràn">
            <a:extLst>
              <a:ext uri="{FF2B5EF4-FFF2-40B4-BE49-F238E27FC236}">
                <a16:creationId xmlns:a16="http://schemas.microsoft.com/office/drawing/2014/main" id="{757410CF-46EC-4192-8620-2F0B80B19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3677433" y="0"/>
            <a:ext cx="4847442" cy="6858000"/>
            <a:chOff x="3468639" y="103258"/>
            <a:chExt cx="5133698" cy="6891272"/>
          </a:xfrm>
        </p:grpSpPr>
        <p:pic>
          <p:nvPicPr>
            <p:cNvPr id="7170" name="Picture 2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38" t="3005" r="42937"/>
            <a:stretch/>
          </p:blipFill>
          <p:spPr bwMode="auto">
            <a:xfrm>
              <a:off x="3468639" y="103258"/>
              <a:ext cx="5133698" cy="4406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171" name="Picture 3"/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harpenSoften amount="5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917"/>
            <a:stretch/>
          </p:blipFill>
          <p:spPr bwMode="auto">
            <a:xfrm>
              <a:off x="3468639" y="4348570"/>
              <a:ext cx="5133697" cy="26459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4" name="Quyển 1 Bài 1 TU MOI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568575" y="412516"/>
            <a:ext cx="579840" cy="57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212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3469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7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233" y="4847369"/>
            <a:ext cx="1371600" cy="1383363"/>
          </a:xfrm>
          <a:prstGeom prst="rect">
            <a:avLst/>
          </a:prstGeom>
        </p:spPr>
      </p:pic>
      <p:pic>
        <p:nvPicPr>
          <p:cNvPr id="5" name="Content Placeholder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5102" y="2909684"/>
            <a:ext cx="1371600" cy="1371600"/>
          </a:xfrm>
          <a:prstGeom prst="rect">
            <a:avLst/>
          </a:prstGeom>
        </p:spPr>
      </p:pic>
      <p:pic>
        <p:nvPicPr>
          <p:cNvPr id="6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5102" y="959807"/>
            <a:ext cx="1371600" cy="1371600"/>
          </a:xfrm>
          <a:prstGeom prst="rect">
            <a:avLst/>
          </a:prstGeom>
        </p:spPr>
      </p:pic>
      <p:pic>
        <p:nvPicPr>
          <p:cNvPr id="7" name="Content Placeholder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8004" y="2930921"/>
            <a:ext cx="1371600" cy="1371600"/>
          </a:xfrm>
          <a:prstGeom prst="rect">
            <a:avLst/>
          </a:prstGeom>
        </p:spPr>
      </p:pic>
      <p:pic>
        <p:nvPicPr>
          <p:cNvPr id="8" name="Content Placeholder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924" y="4847369"/>
            <a:ext cx="1371600" cy="1371600"/>
          </a:xfrm>
          <a:prstGeom prst="rect">
            <a:avLst/>
          </a:prstGeom>
        </p:spPr>
      </p:pic>
      <p:pic>
        <p:nvPicPr>
          <p:cNvPr id="9" name="Content Placeholder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970" y="984339"/>
            <a:ext cx="1371600" cy="1347068"/>
          </a:xfrm>
          <a:prstGeom prst="rect">
            <a:avLst/>
          </a:prstGeom>
        </p:spPr>
      </p:pic>
      <p:pic>
        <p:nvPicPr>
          <p:cNvPr id="10" name="Content Placeholder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233" y="2930921"/>
            <a:ext cx="1371600" cy="1371600"/>
          </a:xfrm>
          <a:prstGeom prst="rect">
            <a:avLst/>
          </a:prstGeom>
        </p:spPr>
      </p:pic>
      <p:pic>
        <p:nvPicPr>
          <p:cNvPr id="11" name="Content Placeholder 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615" y="4833896"/>
            <a:ext cx="1371600" cy="1371600"/>
          </a:xfrm>
          <a:prstGeom prst="rect">
            <a:avLst/>
          </a:prstGeom>
        </p:spPr>
      </p:pic>
      <p:pic>
        <p:nvPicPr>
          <p:cNvPr id="12" name="Content Placeholder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98004" y="959807"/>
            <a:ext cx="1371600" cy="13716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233" y="959807"/>
            <a:ext cx="1371600" cy="1371600"/>
          </a:xfrm>
          <a:prstGeom prst="rect">
            <a:avLst/>
          </a:prstGeom>
        </p:spPr>
      </p:pic>
      <p:pic>
        <p:nvPicPr>
          <p:cNvPr id="15" name="Content Placeholder 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615" y="2909684"/>
            <a:ext cx="1371600" cy="1371600"/>
          </a:xfrm>
          <a:prstGeom prst="rect">
            <a:avLst/>
          </a:prstGeom>
        </p:spPr>
      </p:pic>
      <p:pic>
        <p:nvPicPr>
          <p:cNvPr id="16" name="Picture 15" descr="我】的笔画、笔顺动画演示- 笔顺网"/>
          <p:cNvPicPr>
            <a:picLocks noChangeAspect="1" noChangeArrowheads="1" noCrop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5102" y="4833896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2657810" y="206426"/>
            <a:ext cx="71772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200" dirty="0">
                <a:solidFill>
                  <a:schemeClr val="bg1"/>
                </a:solidFill>
              </a:rPr>
              <a:t>Nhận biết chữ Hán</a:t>
            </a:r>
            <a:r>
              <a:rPr lang="zh-CN" altLang="en-US" sz="3200" dirty="0">
                <a:solidFill>
                  <a:schemeClr val="bg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不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8168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3840x2160 The Infinity Of China ❤ Hình nền máy tính để bàn 4K HD cho TV 4K Ultra HD">
            <a:extLst>
              <a:ext uri="{FF2B5EF4-FFF2-40B4-BE49-F238E27FC236}">
                <a16:creationId xmlns:a16="http://schemas.microsoft.com/office/drawing/2014/main" id="{F4691B6C-0F17-494A-9D4B-646C2B1D4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1E3F7E60-E31D-43B2-8648-798AE14B39E2}"/>
              </a:ext>
            </a:extLst>
          </p:cNvPr>
          <p:cNvSpPr/>
          <p:nvPr/>
        </p:nvSpPr>
        <p:spPr>
          <a:xfrm>
            <a:off x="7000" y="0"/>
            <a:ext cx="12235593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1" name="图片 5">
            <a:extLst>
              <a:ext uri="{FF2B5EF4-FFF2-40B4-BE49-F238E27FC236}">
                <a16:creationId xmlns:a16="http://schemas.microsoft.com/office/drawing/2014/main" id="{7017EE6D-F772-4784-B7C7-8DF78C86CE6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30629" y="165962"/>
            <a:ext cx="7344742" cy="4254500"/>
          </a:xfrm>
          <a:prstGeom prst="rect">
            <a:avLst/>
          </a:prstGeom>
        </p:spPr>
      </p:pic>
      <p:sp>
        <p:nvSpPr>
          <p:cNvPr id="8" name="TextBox 25">
            <a:extLst>
              <a:ext uri="{FF2B5EF4-FFF2-40B4-BE49-F238E27FC236}">
                <a16:creationId xmlns:a16="http://schemas.microsoft.com/office/drawing/2014/main" id="{3F53B7FF-94DE-4029-8362-E759AB12F818}"/>
              </a:ext>
            </a:extLst>
          </p:cNvPr>
          <p:cNvSpPr txBox="1"/>
          <p:nvPr/>
        </p:nvSpPr>
        <p:spPr>
          <a:xfrm>
            <a:off x="3495427" y="1878782"/>
            <a:ext cx="4529793" cy="19389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sym typeface="微软雅黑" panose="020B0503020204020204" charset="-122"/>
              </a:rPr>
              <a:t>课文</a:t>
            </a:r>
            <a:endParaRPr lang="en-GB" altLang="zh-CN" sz="80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sym typeface="微软雅黑" panose="020B0503020204020204" charset="-122"/>
            </a:endParaRPr>
          </a:p>
          <a:p>
            <a:pPr algn="r"/>
            <a:r>
              <a:rPr lang="en-US" altLang="zh-CN" sz="4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Bài</a:t>
            </a:r>
            <a:r>
              <a:rPr lang="en-US" altLang="zh-CN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4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khóa</a:t>
            </a:r>
            <a:endParaRPr lang="en-US" altLang="zh-CN" sz="4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TextBox 25">
            <a:extLst>
              <a:ext uri="{FF2B5EF4-FFF2-40B4-BE49-F238E27FC236}">
                <a16:creationId xmlns:a16="http://schemas.microsoft.com/office/drawing/2014/main" id="{6BF858D5-92EC-40C0-8DC7-113263938223}"/>
              </a:ext>
            </a:extLst>
          </p:cNvPr>
          <p:cNvSpPr txBox="1"/>
          <p:nvPr/>
        </p:nvSpPr>
        <p:spPr>
          <a:xfrm>
            <a:off x="3176376" y="1047785"/>
            <a:ext cx="3187065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zh-CN" sz="4800" b="0" i="0" u="none" strike="noStrike" kern="1200" cap="none" spc="0" normalizeH="0" baseline="0" noProof="1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Impact" panose="020B0806030902050204" charset="0"/>
                <a:ea typeface="微软雅黑" panose="020B0503020204020204" charset="-122"/>
                <a:cs typeface="+mn-cs"/>
                <a:sym typeface="微软雅黑" panose="020B0503020204020204" charset="-122"/>
              </a:rPr>
              <a:t>Part</a:t>
            </a:r>
            <a:r>
              <a:rPr kumimoji="0" lang="vi-VN" altLang="zh-CN" sz="4800" b="0" i="0" u="none" strike="noStrike" kern="1200" cap="none" spc="0" normalizeH="0" noProof="1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Impact" panose="020B0806030902050204" charset="0"/>
                <a:ea typeface="微软雅黑" panose="020B0503020204020204" charset="-122"/>
                <a:cs typeface="+mn-cs"/>
                <a:sym typeface="微软雅黑" panose="020B0503020204020204" charset="-122"/>
              </a:rPr>
              <a:t> </a:t>
            </a:r>
            <a:r>
              <a:rPr kumimoji="0" lang="en-GB" altLang="zh-CN" sz="4800" b="0" i="0" u="none" strike="noStrike" kern="1200" cap="none" spc="0" normalizeH="0" noProof="1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Impact" panose="020B0806030902050204" charset="0"/>
                <a:ea typeface="微软雅黑" panose="020B0503020204020204" charset="-122"/>
                <a:cs typeface="+mn-cs"/>
                <a:sym typeface="微软雅黑" panose="020B0503020204020204" charset="-122"/>
              </a:rPr>
              <a:t>3</a:t>
            </a:r>
            <a:endParaRPr kumimoji="0" lang="en-US" altLang="zh-CN" sz="4800" b="0" i="0" u="none" strike="noStrike" kern="1200" cap="none" spc="0" normalizeH="0" baseline="0" noProof="1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Impact" panose="020B0806030902050204" charset="0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943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BDB7CFB8-B37F-4CDE-8547-CDE3062EF9C6}"/>
              </a:ext>
            </a:extLst>
          </p:cNvPr>
          <p:cNvSpPr txBox="1"/>
          <p:nvPr/>
        </p:nvSpPr>
        <p:spPr>
          <a:xfrm>
            <a:off x="4723254" y="337225"/>
            <a:ext cx="44751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Bài</a:t>
            </a:r>
            <a:r>
              <a:rPr lang="en-US" altLang="zh-CN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4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khóa</a:t>
            </a:r>
            <a:endParaRPr lang="en-US" altLang="zh-CN" sz="4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CD33B913-4004-44D1-B730-2EBCECA13CB1}"/>
              </a:ext>
            </a:extLst>
          </p:cNvPr>
          <p:cNvSpPr/>
          <p:nvPr/>
        </p:nvSpPr>
        <p:spPr>
          <a:xfrm>
            <a:off x="0" y="329609"/>
            <a:ext cx="4837814" cy="6283842"/>
          </a:xfrm>
          <a:custGeom>
            <a:avLst/>
            <a:gdLst>
              <a:gd name="connsiteX0" fmla="*/ 1695893 w 4837814"/>
              <a:gd name="connsiteY0" fmla="*/ 0 h 6283842"/>
              <a:gd name="connsiteX1" fmla="*/ 4837814 w 4837814"/>
              <a:gd name="connsiteY1" fmla="*/ 3141921 h 6283842"/>
              <a:gd name="connsiteX2" fmla="*/ 1695893 w 4837814"/>
              <a:gd name="connsiteY2" fmla="*/ 6283842 h 6283842"/>
              <a:gd name="connsiteX3" fmla="*/ 198267 w 4837814"/>
              <a:gd name="connsiteY3" fmla="*/ 5904629 h 6283842"/>
              <a:gd name="connsiteX4" fmla="*/ 0 w 4837814"/>
              <a:gd name="connsiteY4" fmla="*/ 5784179 h 6283842"/>
              <a:gd name="connsiteX5" fmla="*/ 0 w 4837814"/>
              <a:gd name="connsiteY5" fmla="*/ 499663 h 6283842"/>
              <a:gd name="connsiteX6" fmla="*/ 198267 w 4837814"/>
              <a:gd name="connsiteY6" fmla="*/ 379213 h 6283842"/>
              <a:gd name="connsiteX7" fmla="*/ 1695893 w 4837814"/>
              <a:gd name="connsiteY7" fmla="*/ 0 h 628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37814" h="6283842">
                <a:moveTo>
                  <a:pt x="1695893" y="0"/>
                </a:moveTo>
                <a:cubicBezTo>
                  <a:pt x="3431128" y="0"/>
                  <a:pt x="4837814" y="1406686"/>
                  <a:pt x="4837814" y="3141921"/>
                </a:cubicBezTo>
                <a:cubicBezTo>
                  <a:pt x="4837814" y="4877156"/>
                  <a:pt x="3431128" y="6283842"/>
                  <a:pt x="1695893" y="6283842"/>
                </a:cubicBezTo>
                <a:cubicBezTo>
                  <a:pt x="1153632" y="6283842"/>
                  <a:pt x="643456" y="6146471"/>
                  <a:pt x="198267" y="5904629"/>
                </a:cubicBezTo>
                <a:lnTo>
                  <a:pt x="0" y="5784179"/>
                </a:lnTo>
                <a:lnTo>
                  <a:pt x="0" y="499663"/>
                </a:lnTo>
                <a:lnTo>
                  <a:pt x="198267" y="379213"/>
                </a:lnTo>
                <a:cubicBezTo>
                  <a:pt x="643456" y="137372"/>
                  <a:pt x="1153632" y="0"/>
                  <a:pt x="1695893" y="0"/>
                </a:cubicBezTo>
                <a:close/>
              </a:path>
            </a:pathLst>
          </a:cu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327CAD86-4CB1-46D8-AD8B-6A6A93563DB4}"/>
              </a:ext>
            </a:extLst>
          </p:cNvPr>
          <p:cNvSpPr/>
          <p:nvPr/>
        </p:nvSpPr>
        <p:spPr>
          <a:xfrm>
            <a:off x="2970541" y="5240308"/>
            <a:ext cx="1379583" cy="1379583"/>
          </a:xfrm>
          <a:prstGeom prst="ellipse">
            <a:avLst/>
          </a:prstGeom>
          <a:solidFill>
            <a:schemeClr val="bg1">
              <a:lumMod val="85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26" t="4808" r="13317"/>
          <a:stretch/>
        </p:blipFill>
        <p:spPr bwMode="auto">
          <a:xfrm>
            <a:off x="8422620" y="3146611"/>
            <a:ext cx="3378293" cy="3160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28" t="15658" r="74310" b="20143"/>
          <a:stretch/>
        </p:blipFill>
        <p:spPr bwMode="auto">
          <a:xfrm>
            <a:off x="5276210" y="2501153"/>
            <a:ext cx="2369808" cy="2739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bai1 bai khoa +tu moi 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7361" end="36580.582031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642350" y="283508"/>
            <a:ext cx="556043" cy="65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158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11229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  <p:bldLst>
      <p:bldP spid="1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048x1365 Hình nền và hình nền HD Trung Quốc">
            <a:extLst>
              <a:ext uri="{FF2B5EF4-FFF2-40B4-BE49-F238E27FC236}">
                <a16:creationId xmlns:a16="http://schemas.microsoft.com/office/drawing/2014/main" id="{943A6DCD-D3B1-430B-9BC2-F0985A65EE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1" b="5572"/>
          <a:stretch/>
        </p:blipFill>
        <p:spPr bwMode="auto">
          <a:xfrm>
            <a:off x="3287" y="-1"/>
            <a:ext cx="12211551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1E3F7E60-E31D-43B2-8648-798AE14B39E2}"/>
              </a:ext>
            </a:extLst>
          </p:cNvPr>
          <p:cNvSpPr/>
          <p:nvPr/>
        </p:nvSpPr>
        <p:spPr>
          <a:xfrm>
            <a:off x="0" y="0"/>
            <a:ext cx="12235593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8" name="图片 5">
            <a:extLst>
              <a:ext uri="{FF2B5EF4-FFF2-40B4-BE49-F238E27FC236}">
                <a16:creationId xmlns:a16="http://schemas.microsoft.com/office/drawing/2014/main" id="{61530F82-97F4-468C-96CB-C83AA55D03A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30629" y="165962"/>
            <a:ext cx="7344742" cy="4254500"/>
          </a:xfrm>
          <a:prstGeom prst="rect">
            <a:avLst/>
          </a:prstGeom>
        </p:spPr>
      </p:pic>
      <p:sp>
        <p:nvSpPr>
          <p:cNvPr id="9" name="TextBox 25">
            <a:extLst>
              <a:ext uri="{FF2B5EF4-FFF2-40B4-BE49-F238E27FC236}">
                <a16:creationId xmlns:a16="http://schemas.microsoft.com/office/drawing/2014/main" id="{3841655B-858B-42A5-B769-18B589364585}"/>
              </a:ext>
            </a:extLst>
          </p:cNvPr>
          <p:cNvSpPr txBox="1"/>
          <p:nvPr/>
        </p:nvSpPr>
        <p:spPr>
          <a:xfrm>
            <a:off x="3495427" y="1878782"/>
            <a:ext cx="4529793" cy="19389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sym typeface="微软雅黑" panose="020B0503020204020204" charset="-122"/>
              </a:rPr>
              <a:t>练习</a:t>
            </a:r>
            <a:endParaRPr lang="en-GB" altLang="zh-CN" sz="80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sym typeface="微软雅黑" panose="020B0503020204020204" charset="-122"/>
            </a:endParaRPr>
          </a:p>
          <a:p>
            <a:pPr algn="r"/>
            <a:r>
              <a:rPr lang="vi-VN" altLang="zh-CN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Luyện tập</a:t>
            </a:r>
            <a:endParaRPr lang="en-US" altLang="zh-CN" sz="4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TextBox 25">
            <a:extLst>
              <a:ext uri="{FF2B5EF4-FFF2-40B4-BE49-F238E27FC236}">
                <a16:creationId xmlns:a16="http://schemas.microsoft.com/office/drawing/2014/main" id="{F9971344-8DBA-4EC6-B1E2-D19686C43CB6}"/>
              </a:ext>
            </a:extLst>
          </p:cNvPr>
          <p:cNvSpPr txBox="1"/>
          <p:nvPr/>
        </p:nvSpPr>
        <p:spPr>
          <a:xfrm>
            <a:off x="3176376" y="1047785"/>
            <a:ext cx="3187065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zh-CN" sz="4800" b="0" i="0" u="none" strike="noStrike" kern="1200" cap="none" spc="0" normalizeH="0" baseline="0" noProof="1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Impact" panose="020B0806030902050204" charset="0"/>
                <a:ea typeface="微软雅黑" panose="020B0503020204020204" charset="-122"/>
                <a:cs typeface="+mn-cs"/>
                <a:sym typeface="微软雅黑" panose="020B0503020204020204" charset="-122"/>
              </a:rPr>
              <a:t>Part</a:t>
            </a:r>
            <a:r>
              <a:rPr kumimoji="0" lang="vi-VN" altLang="zh-CN" sz="4800" b="0" i="0" u="none" strike="noStrike" kern="1200" cap="none" spc="0" normalizeH="0" noProof="1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Impact" panose="020B0806030902050204" charset="0"/>
                <a:ea typeface="微软雅黑" panose="020B0503020204020204" charset="-122"/>
                <a:cs typeface="+mn-cs"/>
                <a:sym typeface="微软雅黑" panose="020B0503020204020204" charset="-122"/>
              </a:rPr>
              <a:t> </a:t>
            </a:r>
            <a:r>
              <a:rPr lang="en-GB" altLang="zh-CN" sz="48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charset="0"/>
                <a:ea typeface="微软雅黑" panose="020B0503020204020204" charset="-122"/>
                <a:sym typeface="微软雅黑" panose="020B0503020204020204" charset="-122"/>
              </a:rPr>
              <a:t>4</a:t>
            </a:r>
            <a:endParaRPr kumimoji="0" lang="en-US" altLang="zh-CN" sz="4800" b="0" i="0" u="none" strike="noStrike" kern="1200" cap="none" spc="0" normalizeH="0" baseline="0" noProof="1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Impact" panose="020B0806030902050204" charset="0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1698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09" y="1847516"/>
            <a:ext cx="8649008" cy="33975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30102" y="306080"/>
            <a:ext cx="5190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chữ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đọc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B9BEFC3C-B8B8-4757-BE92-154645D47CF2}"/>
              </a:ext>
            </a:extLst>
          </p:cNvPr>
          <p:cNvSpPr/>
          <p:nvPr/>
        </p:nvSpPr>
        <p:spPr>
          <a:xfrm>
            <a:off x="8472355" y="157480"/>
            <a:ext cx="3462657" cy="2382520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31888B-609B-4AD8-AF84-822DEECC3700}"/>
              </a:ext>
            </a:extLst>
          </p:cNvPr>
          <p:cNvSpPr/>
          <p:nvPr/>
        </p:nvSpPr>
        <p:spPr>
          <a:xfrm>
            <a:off x="8472354" y="2763520"/>
            <a:ext cx="3462657" cy="3937000"/>
          </a:xfrm>
          <a:prstGeom prst="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6558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2241</TotalTime>
  <Words>1223</Words>
  <Application>Microsoft Macintosh PowerPoint</Application>
  <PresentationFormat>Widescreen</PresentationFormat>
  <Paragraphs>446</Paragraphs>
  <Slides>51</Slides>
  <Notes>3</Notes>
  <HiddenSlides>0</HiddenSlides>
  <MMClips>15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51</vt:i4>
      </vt:variant>
    </vt:vector>
  </HeadingPairs>
  <TitlesOfParts>
    <vt:vector size="65" baseType="lpstr">
      <vt:lpstr>等线</vt:lpstr>
      <vt:lpstr>等线 Light</vt:lpstr>
      <vt:lpstr>KaiTi</vt:lpstr>
      <vt:lpstr>微软雅黑</vt:lpstr>
      <vt:lpstr>SimSun</vt:lpstr>
      <vt:lpstr>思源黑体 CN Light</vt:lpstr>
      <vt:lpstr>Arial</vt:lpstr>
      <vt:lpstr>Calibri</vt:lpstr>
      <vt:lpstr>Impact</vt:lpstr>
      <vt:lpstr>Kartika</vt:lpstr>
      <vt:lpstr>Roboto</vt:lpstr>
      <vt:lpstr>Times New Roman</vt:lpstr>
      <vt:lpstr>第一PPT，www.1ppt.com</vt:lpstr>
      <vt:lpstr>自定义设计方案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 QUY TẮC VIẾT CHỮ HÁN CƠ BẢN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北京我想看看你</dc:title>
  <dc:creator>第一PPT</dc:creator>
  <cp:keywords>www.1ppt.com</cp:keywords>
  <dc:description>www.1ppt.com</dc:description>
  <cp:lastModifiedBy>Microsoft Office User</cp:lastModifiedBy>
  <cp:revision>90</cp:revision>
  <dcterms:created xsi:type="dcterms:W3CDTF">2018-02-07T07:38:26Z</dcterms:created>
  <dcterms:modified xsi:type="dcterms:W3CDTF">2026-05-14T15:02:33Z</dcterms:modified>
</cp:coreProperties>
</file>